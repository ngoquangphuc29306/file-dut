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xml" Extension="xml"/>
  <Default ContentType="image/png" Extension="png"/>
  <Default ContentType="application/msword" Extension="doc"/>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msword" PartName="/ppt/embeddings/Microsoft_Office_Word_97_-_2003_Document1.doc"/>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6858000" cx="9144000"/>
  <p:notesSz cx="6858000" cy="9144000"/>
  <p:embeddedFontLst>
    <p:embeddedFont>
      <p:font typeface="Libre Baskerville"/>
      <p:regular r:id="rId47"/>
      <p:bold r:id="rId48"/>
      <p:italic r:id="rId49"/>
    </p:embeddedFont>
    <p:embeddedFont>
      <p:font typeface="Arial Black"/>
      <p:regular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51" roundtripDataSignature="AMtx7mgVe6zii0DxhAhYC4bklCk1XO5F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CD11E121-E626-44CE-B814-EB29B0E2F87B}">
  <a:tblStyle styleId="{CD11E121-E626-44CE-B814-EB29B0E2F87B}" styleName="Table_0">
    <a:wholeTbl>
      <a:tcTxStyle>
        <a:font>
          <a:latin typeface="Arial"/>
          <a:ea typeface="Arial"/>
          <a:cs typeface="Arial"/>
        </a:font>
        <a:schemeClr val="tx1"/>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ibreBaskerville-bold.fntdata"/><Relationship Id="rId47" Type="http://schemas.openxmlformats.org/officeDocument/2006/relationships/font" Target="fonts/LibreBaskerville-regular.fntdata"/><Relationship Id="rId49" Type="http://schemas.openxmlformats.org/officeDocument/2006/relationships/font" Target="fonts/LibreBaskerville-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font" Target="fonts/ArialBlack-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799"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799"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3"/>
            <a:ext cx="2971799" cy="4572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1" name="Shape 71"/>
        <p:cNvGrpSpPr/>
        <p:nvPr/>
      </p:nvGrpSpPr>
      <p:grpSpPr>
        <a:xfrm>
          <a:off x="0" y="0"/>
          <a:ext cx="0" cy="0"/>
          <a:chOff x="0" y="0"/>
          <a:chExt cx="0" cy="0"/>
        </a:xfrm>
      </p:grpSpPr>
      <p:sp>
        <p:nvSpPr>
          <p:cNvPr id="72" name="Google Shape;7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3" name="Google Shape;73;p1: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450"/>
              <a:buFont typeface="Arial"/>
              <a:buNone/>
            </a:pPr>
            <a:r>
              <a:rPr b="0" i="0" lang="en-US" sz="1800" u="none" cap="none" strike="noStrike"/>
              <a:t>Tái bản lần 3</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 name="Shape 79"/>
        <p:cNvGrpSpPr/>
        <p:nvPr/>
      </p:nvGrpSpPr>
      <p:grpSpPr>
        <a:xfrm>
          <a:off x="0" y="0"/>
          <a:ext cx="0" cy="0"/>
          <a:chOff x="0" y="0"/>
          <a:chExt cx="0" cy="0"/>
        </a:xfrm>
      </p:grpSpPr>
      <p:sp>
        <p:nvSpPr>
          <p:cNvPr id="80" name="Google Shape;80;p2:notes"/>
          <p:cNvSpPr txBox="1"/>
          <p:nvPr>
            <p:ph idx="1" type="body"/>
          </p:nvPr>
        </p:nvSpPr>
        <p:spPr>
          <a:xfrm>
            <a:off x="685800" y="4343400"/>
            <a:ext cx="5486399"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685800" y="4343400"/>
            <a:ext cx="5486399"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4: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b="0" i="1" lang="en-US" sz="1200" u="none" cap="none" strike="noStrike">
                <a:latin typeface="Arial"/>
                <a:ea typeface="Arial"/>
                <a:cs typeface="Arial"/>
                <a:sym typeface="Arial"/>
              </a:rPr>
              <a:t>Distinguishing – phân biệt</a:t>
            </a:r>
            <a:endParaRPr/>
          </a:p>
        </p:txBody>
      </p:sp>
      <p:sp>
        <p:nvSpPr>
          <p:cNvPr id="99" name="Google Shape;99;p4: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5: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Google Shape;12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6: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6: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7: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6" name="Shape 146"/>
        <p:cNvGrpSpPr/>
        <p:nvPr/>
      </p:nvGrpSpPr>
      <p:grpSpPr>
        <a:xfrm>
          <a:off x="0" y="0"/>
          <a:ext cx="0" cy="0"/>
          <a:chOff x="0" y="0"/>
          <a:chExt cx="0" cy="0"/>
        </a:xfrm>
      </p:grpSpPr>
      <p:sp>
        <p:nvSpPr>
          <p:cNvPr id="147" name="Google Shape;14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8: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8: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343400"/>
            <a:ext cx="5486399"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8" name="Shape 168"/>
        <p:cNvGrpSpPr/>
        <p:nvPr/>
      </p:nvGrpSpPr>
      <p:grpSpPr>
        <a:xfrm>
          <a:off x="0" y="0"/>
          <a:ext cx="0" cy="0"/>
          <a:chOff x="0" y="0"/>
          <a:chExt cx="0" cy="0"/>
        </a:xfrm>
      </p:grpSpPr>
      <p:sp>
        <p:nvSpPr>
          <p:cNvPr id="169" name="Google Shape;16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0: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1" name="Shape 181"/>
        <p:cNvGrpSpPr/>
        <p:nvPr/>
      </p:nvGrpSpPr>
      <p:grpSpPr>
        <a:xfrm>
          <a:off x="0" y="0"/>
          <a:ext cx="0" cy="0"/>
          <a:chOff x="0" y="0"/>
          <a:chExt cx="0" cy="0"/>
        </a:xfrm>
      </p:grpSpPr>
      <p:sp>
        <p:nvSpPr>
          <p:cNvPr id="182" name="Google Shape;18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1: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6" name="Shape 196"/>
        <p:cNvGrpSpPr/>
        <p:nvPr/>
      </p:nvGrpSpPr>
      <p:grpSpPr>
        <a:xfrm>
          <a:off x="0" y="0"/>
          <a:ext cx="0" cy="0"/>
          <a:chOff x="0" y="0"/>
          <a:chExt cx="0" cy="0"/>
        </a:xfrm>
      </p:grpSpPr>
      <p:sp>
        <p:nvSpPr>
          <p:cNvPr id="197" name="Google Shape;19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2: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2: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3: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3: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4" name="Shape 224"/>
        <p:cNvGrpSpPr/>
        <p:nvPr/>
      </p:nvGrpSpPr>
      <p:grpSpPr>
        <a:xfrm>
          <a:off x="0" y="0"/>
          <a:ext cx="0" cy="0"/>
          <a:chOff x="0" y="0"/>
          <a:chExt cx="0" cy="0"/>
        </a:xfrm>
      </p:grpSpPr>
      <p:sp>
        <p:nvSpPr>
          <p:cNvPr id="225" name="Google Shape;22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4: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4: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8" name="Shape 238"/>
        <p:cNvGrpSpPr/>
        <p:nvPr/>
      </p:nvGrpSpPr>
      <p:grpSpPr>
        <a:xfrm>
          <a:off x="0" y="0"/>
          <a:ext cx="0" cy="0"/>
          <a:chOff x="0" y="0"/>
          <a:chExt cx="0" cy="0"/>
        </a:xfrm>
      </p:grpSpPr>
      <p:sp>
        <p:nvSpPr>
          <p:cNvPr id="239" name="Google Shape;23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5: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5: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2" name="Shape 252"/>
        <p:cNvGrpSpPr/>
        <p:nvPr/>
      </p:nvGrpSpPr>
      <p:grpSpPr>
        <a:xfrm>
          <a:off x="0" y="0"/>
          <a:ext cx="0" cy="0"/>
          <a:chOff x="0" y="0"/>
          <a:chExt cx="0" cy="0"/>
        </a:xfrm>
      </p:grpSpPr>
      <p:sp>
        <p:nvSpPr>
          <p:cNvPr id="253" name="Google Shape;25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6: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1" marL="0" marR="0" rtl="0" algn="l">
              <a:spcBef>
                <a:spcPts val="0"/>
              </a:spcBef>
              <a:spcAft>
                <a:spcPts val="0"/>
              </a:spcAft>
              <a:buClr>
                <a:schemeClr val="dk1"/>
              </a:buClr>
              <a:buSzPts val="450"/>
              <a:buFont typeface="Arial"/>
              <a:buNone/>
            </a:pPr>
            <a:r>
              <a:rPr b="0" i="0" lang="en-US" sz="1800" u="none" cap="none" strike="noStrike"/>
              <a:t>nếu p, thì q</a:t>
            </a:r>
            <a:endParaRPr/>
          </a:p>
          <a:p>
            <a:pPr indent="0" lvl="1" marL="0" marR="0" rtl="0" algn="l">
              <a:spcBef>
                <a:spcPts val="0"/>
              </a:spcBef>
              <a:spcAft>
                <a:spcPts val="0"/>
              </a:spcAft>
              <a:buClr>
                <a:schemeClr val="dk1"/>
              </a:buClr>
              <a:buSzPts val="450"/>
              <a:buFont typeface="Arial"/>
              <a:buNone/>
            </a:pPr>
            <a:r>
              <a:rPr b="0" i="0" lang="en-US" sz="1800" u="none" cap="none" strike="noStrike"/>
              <a:t>q chỉ nếu p</a:t>
            </a:r>
            <a:endParaRPr/>
          </a:p>
          <a:p>
            <a:pPr indent="0" lvl="1" marL="0" marR="0" rtl="0" algn="l">
              <a:spcBef>
                <a:spcPts val="0"/>
              </a:spcBef>
              <a:spcAft>
                <a:spcPts val="0"/>
              </a:spcAft>
              <a:buClr>
                <a:schemeClr val="dk1"/>
              </a:buClr>
              <a:buSzPts val="450"/>
              <a:buFont typeface="Arial"/>
              <a:buNone/>
            </a:pPr>
            <a:r>
              <a:rPr b="0" i="0" lang="en-US" sz="1800" u="none" cap="none" strike="noStrike"/>
              <a:t>p kéo theo q</a:t>
            </a:r>
            <a:endParaRPr/>
          </a:p>
          <a:p>
            <a:pPr indent="0" lvl="1" marL="0" marR="0" rtl="0" algn="l">
              <a:spcBef>
                <a:spcPts val="0"/>
              </a:spcBef>
              <a:spcAft>
                <a:spcPts val="0"/>
              </a:spcAft>
              <a:buClr>
                <a:schemeClr val="dk1"/>
              </a:buClr>
              <a:buSzPts val="450"/>
              <a:buFont typeface="Arial"/>
              <a:buNone/>
            </a:pPr>
            <a:r>
              <a:rPr b="0" i="0" lang="en-US" sz="1800" u="none" cap="none" strike="noStrike"/>
              <a:t>p là điều kiện đủ của q</a:t>
            </a:r>
            <a:endParaRPr/>
          </a:p>
          <a:p>
            <a:pPr indent="0" lvl="1" marL="0" marR="0" rtl="0" algn="l">
              <a:spcBef>
                <a:spcPts val="0"/>
              </a:spcBef>
              <a:spcAft>
                <a:spcPts val="0"/>
              </a:spcAft>
              <a:buClr>
                <a:schemeClr val="dk1"/>
              </a:buClr>
              <a:buSzPts val="450"/>
              <a:buFont typeface="Arial"/>
              <a:buNone/>
            </a:pPr>
            <a:r>
              <a:rPr b="0" i="0" lang="en-US" sz="1800" u="none" cap="none" strike="noStrike"/>
              <a:t>q là điều kiện cần của p</a:t>
            </a:r>
            <a:endParaRPr/>
          </a:p>
          <a:p>
            <a:pPr indent="0" lvl="0" marL="0" rtl="0" algn="l">
              <a:spcBef>
                <a:spcPts val="0"/>
              </a:spcBef>
              <a:spcAft>
                <a:spcPts val="0"/>
              </a:spcAft>
              <a:buNone/>
            </a:pPr>
            <a:r>
              <a:t/>
            </a:r>
            <a:endParaRPr b="0" i="0" sz="1800" u="none" cap="none" strike="noStrike"/>
          </a:p>
        </p:txBody>
      </p:sp>
      <p:sp>
        <p:nvSpPr>
          <p:cNvPr id="255" name="Google Shape;255;p16: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5" name="Shape 265"/>
        <p:cNvGrpSpPr/>
        <p:nvPr/>
      </p:nvGrpSpPr>
      <p:grpSpPr>
        <a:xfrm>
          <a:off x="0" y="0"/>
          <a:ext cx="0" cy="0"/>
          <a:chOff x="0" y="0"/>
          <a:chExt cx="0" cy="0"/>
        </a:xfrm>
      </p:grpSpPr>
      <p:sp>
        <p:nvSpPr>
          <p:cNvPr id="266" name="Google Shape;26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7: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7: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8" name="Shape 278"/>
        <p:cNvGrpSpPr/>
        <p:nvPr/>
      </p:nvGrpSpPr>
      <p:grpSpPr>
        <a:xfrm>
          <a:off x="0" y="0"/>
          <a:ext cx="0" cy="0"/>
          <a:chOff x="0" y="0"/>
          <a:chExt cx="0" cy="0"/>
        </a:xfrm>
      </p:grpSpPr>
      <p:sp>
        <p:nvSpPr>
          <p:cNvPr id="279" name="Google Shape;27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8: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8: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2" name="Shape 292"/>
        <p:cNvGrpSpPr/>
        <p:nvPr/>
      </p:nvGrpSpPr>
      <p:grpSpPr>
        <a:xfrm>
          <a:off x="0" y="0"/>
          <a:ext cx="0" cy="0"/>
          <a:chOff x="0" y="0"/>
          <a:chExt cx="0" cy="0"/>
        </a:xfrm>
      </p:grpSpPr>
      <p:sp>
        <p:nvSpPr>
          <p:cNvPr id="293" name="Google Shape;29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9: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9: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7" name="Shape 307"/>
        <p:cNvGrpSpPr/>
        <p:nvPr/>
      </p:nvGrpSpPr>
      <p:grpSpPr>
        <a:xfrm>
          <a:off x="0" y="0"/>
          <a:ext cx="0" cy="0"/>
          <a:chOff x="0" y="0"/>
          <a:chExt cx="0" cy="0"/>
        </a:xfrm>
      </p:grpSpPr>
      <p:sp>
        <p:nvSpPr>
          <p:cNvPr id="308" name="Google Shape;30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20: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0: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1" name="Shape 321"/>
        <p:cNvGrpSpPr/>
        <p:nvPr/>
      </p:nvGrpSpPr>
      <p:grpSpPr>
        <a:xfrm>
          <a:off x="0" y="0"/>
          <a:ext cx="0" cy="0"/>
          <a:chOff x="0" y="0"/>
          <a:chExt cx="0" cy="0"/>
        </a:xfrm>
      </p:grpSpPr>
      <p:sp>
        <p:nvSpPr>
          <p:cNvPr id="322" name="Google Shape;32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21: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21: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2" name="Shape 342"/>
        <p:cNvGrpSpPr/>
        <p:nvPr/>
      </p:nvGrpSpPr>
      <p:grpSpPr>
        <a:xfrm>
          <a:off x="0" y="0"/>
          <a:ext cx="0" cy="0"/>
          <a:chOff x="0" y="0"/>
          <a:chExt cx="0" cy="0"/>
        </a:xfrm>
      </p:grpSpPr>
      <p:sp>
        <p:nvSpPr>
          <p:cNvPr id="343" name="Google Shape;34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22: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22: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6" name="Shape 356"/>
        <p:cNvGrpSpPr/>
        <p:nvPr/>
      </p:nvGrpSpPr>
      <p:grpSpPr>
        <a:xfrm>
          <a:off x="0" y="0"/>
          <a:ext cx="0" cy="0"/>
          <a:chOff x="0" y="0"/>
          <a:chExt cx="0" cy="0"/>
        </a:xfrm>
      </p:grpSpPr>
      <p:sp>
        <p:nvSpPr>
          <p:cNvPr id="357" name="Google Shape;357;p2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8" name="Shape 368"/>
        <p:cNvGrpSpPr/>
        <p:nvPr/>
      </p:nvGrpSpPr>
      <p:grpSpPr>
        <a:xfrm>
          <a:off x="0" y="0"/>
          <a:ext cx="0" cy="0"/>
          <a:chOff x="0" y="0"/>
          <a:chExt cx="0" cy="0"/>
        </a:xfrm>
      </p:grpSpPr>
      <p:sp>
        <p:nvSpPr>
          <p:cNvPr id="369" name="Google Shape;369;p2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1" name="Shape 381"/>
        <p:cNvGrpSpPr/>
        <p:nvPr/>
      </p:nvGrpSpPr>
      <p:grpSpPr>
        <a:xfrm>
          <a:off x="0" y="0"/>
          <a:ext cx="0" cy="0"/>
          <a:chOff x="0" y="0"/>
          <a:chExt cx="0" cy="0"/>
        </a:xfrm>
      </p:grpSpPr>
      <p:sp>
        <p:nvSpPr>
          <p:cNvPr id="382" name="Google Shape;382;p2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3" name="Shape 393"/>
        <p:cNvGrpSpPr/>
        <p:nvPr/>
      </p:nvGrpSpPr>
      <p:grpSpPr>
        <a:xfrm>
          <a:off x="0" y="0"/>
          <a:ext cx="0" cy="0"/>
          <a:chOff x="0" y="0"/>
          <a:chExt cx="0" cy="0"/>
        </a:xfrm>
      </p:grpSpPr>
      <p:sp>
        <p:nvSpPr>
          <p:cNvPr id="394" name="Google Shape;394;p2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6" name="Shape 406"/>
        <p:cNvGrpSpPr/>
        <p:nvPr/>
      </p:nvGrpSpPr>
      <p:grpSpPr>
        <a:xfrm>
          <a:off x="0" y="0"/>
          <a:ext cx="0" cy="0"/>
          <a:chOff x="0" y="0"/>
          <a:chExt cx="0" cy="0"/>
        </a:xfrm>
      </p:grpSpPr>
      <p:sp>
        <p:nvSpPr>
          <p:cNvPr id="407" name="Google Shape;40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27: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7: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20" name="Shape 420"/>
        <p:cNvGrpSpPr/>
        <p:nvPr/>
      </p:nvGrpSpPr>
      <p:grpSpPr>
        <a:xfrm>
          <a:off x="0" y="0"/>
          <a:ext cx="0" cy="0"/>
          <a:chOff x="0" y="0"/>
          <a:chExt cx="0" cy="0"/>
        </a:xfrm>
      </p:grpSpPr>
      <p:sp>
        <p:nvSpPr>
          <p:cNvPr id="421" name="Google Shape;42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28: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28: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4" name="Shape 434"/>
        <p:cNvGrpSpPr/>
        <p:nvPr/>
      </p:nvGrpSpPr>
      <p:grpSpPr>
        <a:xfrm>
          <a:off x="0" y="0"/>
          <a:ext cx="0" cy="0"/>
          <a:chOff x="0" y="0"/>
          <a:chExt cx="0" cy="0"/>
        </a:xfrm>
      </p:grpSpPr>
      <p:sp>
        <p:nvSpPr>
          <p:cNvPr id="435" name="Google Shape;43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29: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9: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8" name="Shape 448"/>
        <p:cNvGrpSpPr/>
        <p:nvPr/>
      </p:nvGrpSpPr>
      <p:grpSpPr>
        <a:xfrm>
          <a:off x="0" y="0"/>
          <a:ext cx="0" cy="0"/>
          <a:chOff x="0" y="0"/>
          <a:chExt cx="0" cy="0"/>
        </a:xfrm>
      </p:grpSpPr>
      <p:sp>
        <p:nvSpPr>
          <p:cNvPr id="449" name="Google Shape;44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30:notes"/>
          <p:cNvSpPr txBox="1"/>
          <p:nvPr>
            <p:ph idx="1" type="body"/>
          </p:nvPr>
        </p:nvSpPr>
        <p:spPr>
          <a:xfrm>
            <a:off x="685800" y="4343400"/>
            <a:ext cx="5486399"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30:notes"/>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62" name="Shape 462"/>
        <p:cNvGrpSpPr/>
        <p:nvPr/>
      </p:nvGrpSpPr>
      <p:grpSpPr>
        <a:xfrm>
          <a:off x="0" y="0"/>
          <a:ext cx="0" cy="0"/>
          <a:chOff x="0" y="0"/>
          <a:chExt cx="0" cy="0"/>
        </a:xfrm>
      </p:grpSpPr>
      <p:sp>
        <p:nvSpPr>
          <p:cNvPr id="463" name="Google Shape;463;p3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7" name="Shape 477"/>
        <p:cNvGrpSpPr/>
        <p:nvPr/>
      </p:nvGrpSpPr>
      <p:grpSpPr>
        <a:xfrm>
          <a:off x="0" y="0"/>
          <a:ext cx="0" cy="0"/>
          <a:chOff x="0" y="0"/>
          <a:chExt cx="0" cy="0"/>
        </a:xfrm>
      </p:grpSpPr>
      <p:sp>
        <p:nvSpPr>
          <p:cNvPr id="478" name="Google Shape;478;p32:notes"/>
          <p:cNvSpPr txBox="1"/>
          <p:nvPr>
            <p:ph idx="1" type="body"/>
          </p:nvPr>
        </p:nvSpPr>
        <p:spPr>
          <a:xfrm>
            <a:off x="685800" y="4343400"/>
            <a:ext cx="5486399"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8" name="Shape 488"/>
        <p:cNvGrpSpPr/>
        <p:nvPr/>
      </p:nvGrpSpPr>
      <p:grpSpPr>
        <a:xfrm>
          <a:off x="0" y="0"/>
          <a:ext cx="0" cy="0"/>
          <a:chOff x="0" y="0"/>
          <a:chExt cx="0" cy="0"/>
        </a:xfrm>
      </p:grpSpPr>
      <p:sp>
        <p:nvSpPr>
          <p:cNvPr id="489" name="Google Shape;489;p33:notes"/>
          <p:cNvSpPr txBox="1"/>
          <p:nvPr>
            <p:ph idx="1" type="body"/>
          </p:nvPr>
        </p:nvSpPr>
        <p:spPr>
          <a:xfrm>
            <a:off x="685800" y="4343400"/>
            <a:ext cx="5486399"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99" name="Shape 499"/>
        <p:cNvGrpSpPr/>
        <p:nvPr/>
      </p:nvGrpSpPr>
      <p:grpSpPr>
        <a:xfrm>
          <a:off x="0" y="0"/>
          <a:ext cx="0" cy="0"/>
          <a:chOff x="0" y="0"/>
          <a:chExt cx="0" cy="0"/>
        </a:xfrm>
      </p:grpSpPr>
      <p:sp>
        <p:nvSpPr>
          <p:cNvPr id="500" name="Google Shape;500;p34:notes"/>
          <p:cNvSpPr txBox="1"/>
          <p:nvPr>
            <p:ph idx="1" type="body"/>
          </p:nvPr>
        </p:nvSpPr>
        <p:spPr>
          <a:xfrm>
            <a:off x="685800" y="4343400"/>
            <a:ext cx="5486399"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10" name="Shape 510"/>
        <p:cNvGrpSpPr/>
        <p:nvPr/>
      </p:nvGrpSpPr>
      <p:grpSpPr>
        <a:xfrm>
          <a:off x="0" y="0"/>
          <a:ext cx="0" cy="0"/>
          <a:chOff x="0" y="0"/>
          <a:chExt cx="0" cy="0"/>
        </a:xfrm>
      </p:grpSpPr>
      <p:sp>
        <p:nvSpPr>
          <p:cNvPr id="511" name="Google Shape;511;p3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171450" lvl="0" marL="171450" rtl="0" algn="l">
              <a:spcBef>
                <a:spcPts val="0"/>
              </a:spcBef>
              <a:spcAft>
                <a:spcPts val="0"/>
              </a:spcAft>
              <a:buClr>
                <a:schemeClr val="dk1"/>
              </a:buClr>
              <a:buSzPts val="1200"/>
              <a:buFont typeface="Arial"/>
              <a:buChar char="-"/>
            </a:pPr>
            <a:r>
              <a:rPr lang="en-US"/>
              <a:t>Thay một mệnh đề bằng một mệnh đề khác có cùng giá trị chân lý</a:t>
            </a:r>
            <a:endParaRPr/>
          </a:p>
          <a:p>
            <a:pPr indent="-95250" lvl="0" marL="171450" rtl="0" algn="l">
              <a:spcBef>
                <a:spcPts val="0"/>
              </a:spcBef>
              <a:spcAft>
                <a:spcPts val="0"/>
              </a:spcAft>
              <a:buClr>
                <a:schemeClr val="dk1"/>
              </a:buClr>
              <a:buSzPts val="1200"/>
              <a:buFont typeface="Arial"/>
              <a:buNone/>
            </a:pPr>
            <a:r>
              <a:t/>
            </a:r>
            <a:endParaRPr/>
          </a:p>
        </p:txBody>
      </p:sp>
      <p:sp>
        <p:nvSpPr>
          <p:cNvPr id="512" name="Google Shape;512;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2" name="Shape 522"/>
        <p:cNvGrpSpPr/>
        <p:nvPr/>
      </p:nvGrpSpPr>
      <p:grpSpPr>
        <a:xfrm>
          <a:off x="0" y="0"/>
          <a:ext cx="0" cy="0"/>
          <a:chOff x="0" y="0"/>
          <a:chExt cx="0" cy="0"/>
        </a:xfrm>
      </p:grpSpPr>
      <p:sp>
        <p:nvSpPr>
          <p:cNvPr id="523" name="Google Shape;523;p3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4" name="Shape 534"/>
        <p:cNvGrpSpPr/>
        <p:nvPr/>
      </p:nvGrpSpPr>
      <p:grpSpPr>
        <a:xfrm>
          <a:off x="0" y="0"/>
          <a:ext cx="0" cy="0"/>
          <a:chOff x="0" y="0"/>
          <a:chExt cx="0" cy="0"/>
        </a:xfrm>
      </p:grpSpPr>
      <p:sp>
        <p:nvSpPr>
          <p:cNvPr id="535" name="Google Shape;535;p3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49" name="Shape 549"/>
        <p:cNvGrpSpPr/>
        <p:nvPr/>
      </p:nvGrpSpPr>
      <p:grpSpPr>
        <a:xfrm>
          <a:off x="0" y="0"/>
          <a:ext cx="0" cy="0"/>
          <a:chOff x="0" y="0"/>
          <a:chExt cx="0" cy="0"/>
        </a:xfrm>
      </p:grpSpPr>
      <p:sp>
        <p:nvSpPr>
          <p:cNvPr id="550" name="Google Shape;550;p3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2" name="Shape 562"/>
        <p:cNvGrpSpPr/>
        <p:nvPr/>
      </p:nvGrpSpPr>
      <p:grpSpPr>
        <a:xfrm>
          <a:off x="0" y="0"/>
          <a:ext cx="0" cy="0"/>
          <a:chOff x="0" y="0"/>
          <a:chExt cx="0" cy="0"/>
        </a:xfrm>
      </p:grpSpPr>
      <p:sp>
        <p:nvSpPr>
          <p:cNvPr id="563" name="Google Shape;563;p39:notes"/>
          <p:cNvSpPr txBox="1"/>
          <p:nvPr>
            <p:ph idx="1" type="body"/>
          </p:nvPr>
        </p:nvSpPr>
        <p:spPr>
          <a:xfrm>
            <a:off x="685800" y="4343400"/>
            <a:ext cx="5486399"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1" name="Shape 571"/>
        <p:cNvGrpSpPr/>
        <p:nvPr/>
      </p:nvGrpSpPr>
      <p:grpSpPr>
        <a:xfrm>
          <a:off x="0" y="0"/>
          <a:ext cx="0" cy="0"/>
          <a:chOff x="0" y="0"/>
          <a:chExt cx="0" cy="0"/>
        </a:xfrm>
      </p:grpSpPr>
      <p:sp>
        <p:nvSpPr>
          <p:cNvPr id="572" name="Google Shape;572;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4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0:notes"/>
          <p:cNvSpPr txBox="1"/>
          <p:nvPr>
            <p:ph idx="12" type="sldNum"/>
          </p:nvPr>
        </p:nvSpPr>
        <p:spPr>
          <a:xfrm>
            <a:off x="3884612" y="8685213"/>
            <a:ext cx="2971799" cy="45720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42"/>
          <p:cNvSpPr txBox="1"/>
          <p:nvPr>
            <p:ph type="ctrTitle"/>
          </p:nvPr>
        </p:nvSpPr>
        <p:spPr>
          <a:xfrm>
            <a:off x="685800" y="2130425"/>
            <a:ext cx="7772400" cy="1470024"/>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a:lvl1pPr>
            <a:lvl2pPr lvl="1" marR="0" algn="ctr">
              <a:lnSpc>
                <a:spcPct val="100000"/>
              </a:lnSpc>
              <a:spcBef>
                <a:spcPts val="0"/>
              </a:spcBef>
              <a:spcAft>
                <a:spcPts val="0"/>
              </a:spcAft>
              <a:buClr>
                <a:srgbClr val="000000"/>
              </a:buClr>
              <a:buSzPts val="1400"/>
              <a:buFont typeface="Arial"/>
              <a:buNone/>
              <a:defRPr/>
            </a:lvl2pPr>
            <a:lvl3pPr lvl="2" marR="0" algn="ctr">
              <a:spcBef>
                <a:spcPts val="0"/>
              </a:spcBef>
              <a:spcAft>
                <a:spcPts val="0"/>
              </a:spcAft>
              <a:buSzPts val="1400"/>
              <a:buNone/>
              <a:defRPr/>
            </a:lvl3pPr>
            <a:lvl4pPr lvl="3" marR="0" algn="ctr">
              <a:spcBef>
                <a:spcPts val="0"/>
              </a:spcBef>
              <a:spcAft>
                <a:spcPts val="0"/>
              </a:spcAft>
              <a:buSzPts val="1400"/>
              <a:buNone/>
              <a:defRPr/>
            </a:lvl4pPr>
            <a:lvl5pPr lvl="4" marR="0" algn="ctr">
              <a:spcBef>
                <a:spcPts val="0"/>
              </a:spcBef>
              <a:spcAft>
                <a:spcPts val="0"/>
              </a:spcAft>
              <a:buSzPts val="1400"/>
              <a:buNone/>
              <a:defRPr/>
            </a:lvl5pPr>
            <a:lvl6pPr lvl="5" marR="0" algn="ctr">
              <a:spcBef>
                <a:spcPts val="0"/>
              </a:spcBef>
              <a:spcAft>
                <a:spcPts val="0"/>
              </a:spcAft>
              <a:buSzPts val="1400"/>
              <a:buNone/>
              <a:defRPr/>
            </a:lvl6pPr>
            <a:lvl7pPr lvl="6" marR="0" algn="ctr">
              <a:spcBef>
                <a:spcPts val="0"/>
              </a:spcBef>
              <a:spcAft>
                <a:spcPts val="0"/>
              </a:spcAft>
              <a:buSzPts val="1400"/>
              <a:buNone/>
              <a:defRPr/>
            </a:lvl7pPr>
            <a:lvl8pPr lvl="7" marR="0" algn="ctr">
              <a:spcBef>
                <a:spcPts val="0"/>
              </a:spcBef>
              <a:spcAft>
                <a:spcPts val="0"/>
              </a:spcAft>
              <a:buSzPts val="1400"/>
              <a:buNone/>
              <a:defRPr/>
            </a:lvl8pPr>
            <a:lvl9pPr lvl="8" marR="0" algn="ctr">
              <a:spcBef>
                <a:spcPts val="0"/>
              </a:spcBef>
              <a:spcAft>
                <a:spcPts val="0"/>
              </a:spcAft>
              <a:buSzPts val="1400"/>
              <a:buNone/>
              <a:defRPr/>
            </a:lvl9pPr>
          </a:lstStyle>
          <a:p/>
        </p:txBody>
      </p:sp>
      <p:sp>
        <p:nvSpPr>
          <p:cNvPr id="18" name="Google Shape;18;p42"/>
          <p:cNvSpPr txBox="1"/>
          <p:nvPr>
            <p:ph idx="1" type="subTitle"/>
          </p:nvPr>
        </p:nvSpPr>
        <p:spPr>
          <a:xfrm>
            <a:off x="1371600" y="3962400"/>
            <a:ext cx="6400799" cy="17526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480"/>
              </a:spcBef>
              <a:spcAft>
                <a:spcPts val="0"/>
              </a:spcAft>
              <a:buClr>
                <a:srgbClr val="888888"/>
              </a:buClr>
              <a:buSzPts val="1400"/>
              <a:buFont typeface="Times New Roman"/>
              <a:buNone/>
              <a:defRPr/>
            </a:lvl1pPr>
            <a:lvl2pPr lvl="1" marR="0" algn="ctr">
              <a:lnSpc>
                <a:spcPct val="100000"/>
              </a:lnSpc>
              <a:spcBef>
                <a:spcPts val="560"/>
              </a:spcBef>
              <a:spcAft>
                <a:spcPts val="0"/>
              </a:spcAft>
              <a:buClr>
                <a:srgbClr val="888888"/>
              </a:buClr>
              <a:buSzPts val="1400"/>
              <a:buFont typeface="Times New Roman"/>
              <a:buNone/>
              <a:defRPr/>
            </a:lvl2pPr>
            <a:lvl3pPr lvl="2" marR="0" algn="ctr">
              <a:lnSpc>
                <a:spcPct val="100000"/>
              </a:lnSpc>
              <a:spcBef>
                <a:spcPts val="480"/>
              </a:spcBef>
              <a:spcAft>
                <a:spcPts val="0"/>
              </a:spcAft>
              <a:buClr>
                <a:srgbClr val="888888"/>
              </a:buClr>
              <a:buSzPts val="1400"/>
              <a:buFont typeface="Times New Roman"/>
              <a:buNone/>
              <a:defRPr/>
            </a:lvl3pPr>
            <a:lvl4pPr lvl="3" marR="0" algn="ctr">
              <a:lnSpc>
                <a:spcPct val="100000"/>
              </a:lnSpc>
              <a:spcBef>
                <a:spcPts val="400"/>
              </a:spcBef>
              <a:spcAft>
                <a:spcPts val="0"/>
              </a:spcAft>
              <a:buClr>
                <a:srgbClr val="888888"/>
              </a:buClr>
              <a:buSzPts val="1400"/>
              <a:buFont typeface="Times New Roman"/>
              <a:buNone/>
              <a:defRPr/>
            </a:lvl4pPr>
            <a:lvl5pPr lvl="4" marR="0" algn="ctr">
              <a:lnSpc>
                <a:spcPct val="100000"/>
              </a:lnSpc>
              <a:spcBef>
                <a:spcPts val="400"/>
              </a:spcBef>
              <a:spcAft>
                <a:spcPts val="0"/>
              </a:spcAft>
              <a:buClr>
                <a:srgbClr val="888888"/>
              </a:buClr>
              <a:buSzPts val="1400"/>
              <a:buFont typeface="Times New Roman"/>
              <a:buNone/>
              <a:defRPr/>
            </a:lvl5pPr>
            <a:lvl6pPr lvl="5" marR="0" algn="ctr">
              <a:lnSpc>
                <a:spcPct val="100000"/>
              </a:lnSpc>
              <a:spcBef>
                <a:spcPts val="400"/>
              </a:spcBef>
              <a:spcAft>
                <a:spcPts val="0"/>
              </a:spcAft>
              <a:buClr>
                <a:srgbClr val="888888"/>
              </a:buClr>
              <a:buSzPts val="1400"/>
              <a:buFont typeface="Times New Roman"/>
              <a:buNone/>
              <a:defRPr/>
            </a:lvl6pPr>
            <a:lvl7pPr lvl="6" marR="0" algn="ctr">
              <a:lnSpc>
                <a:spcPct val="100000"/>
              </a:lnSpc>
              <a:spcBef>
                <a:spcPts val="400"/>
              </a:spcBef>
              <a:spcAft>
                <a:spcPts val="0"/>
              </a:spcAft>
              <a:buClr>
                <a:srgbClr val="888888"/>
              </a:buClr>
              <a:buSzPts val="1400"/>
              <a:buFont typeface="Times New Roman"/>
              <a:buNone/>
              <a:defRPr/>
            </a:lvl7pPr>
            <a:lvl8pPr lvl="7" marR="0" algn="ctr">
              <a:lnSpc>
                <a:spcPct val="100000"/>
              </a:lnSpc>
              <a:spcBef>
                <a:spcPts val="400"/>
              </a:spcBef>
              <a:spcAft>
                <a:spcPts val="0"/>
              </a:spcAft>
              <a:buClr>
                <a:srgbClr val="888888"/>
              </a:buClr>
              <a:buSzPts val="1400"/>
              <a:buFont typeface="Times New Roman"/>
              <a:buNone/>
              <a:defRPr/>
            </a:lvl8pPr>
            <a:lvl9pPr lvl="8" marR="0" algn="ctr">
              <a:lnSpc>
                <a:spcPct val="100000"/>
              </a:lnSpc>
              <a:spcBef>
                <a:spcPts val="400"/>
              </a:spcBef>
              <a:spcAft>
                <a:spcPts val="0"/>
              </a:spcAft>
              <a:buClr>
                <a:srgbClr val="888888"/>
              </a:buClr>
              <a:buSzPts val="1400"/>
              <a:buFont typeface="Times New Roman"/>
              <a:buNone/>
              <a:defRPr/>
            </a:lvl9pPr>
          </a:lstStyle>
          <a:p/>
        </p:txBody>
      </p:sp>
      <p:sp>
        <p:nvSpPr>
          <p:cNvPr id="19" name="Google Shape;19;p42"/>
          <p:cNvSpPr txBox="1"/>
          <p:nvPr>
            <p:ph idx="10" type="dt"/>
          </p:nvPr>
        </p:nvSpPr>
        <p:spPr>
          <a:xfrm>
            <a:off x="457200" y="6356350"/>
            <a:ext cx="2133599"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20" name="Google Shape;20;p42"/>
          <p:cNvSpPr txBox="1"/>
          <p:nvPr>
            <p:ph idx="12" type="sldNum"/>
          </p:nvPr>
        </p:nvSpPr>
        <p:spPr>
          <a:xfrm>
            <a:off x="7010400" y="6492875"/>
            <a:ext cx="2133599" cy="3651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t/>
            </a:r>
            <a:endParaRPr/>
          </a:p>
        </p:txBody>
      </p:sp>
      <p:sp>
        <p:nvSpPr>
          <p:cNvPr id="21" name="Google Shape;21;p42"/>
          <p:cNvSpPr txBox="1"/>
          <p:nvPr>
            <p:ph idx="11" type="ftr"/>
          </p:nvPr>
        </p:nvSpPr>
        <p:spPr>
          <a:xfrm>
            <a:off x="2514600" y="6712782"/>
            <a:ext cx="4191000" cy="168663"/>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sz="1400"/>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oán Rời Rạc" type="obj">
  <p:cSld name="OBJECT">
    <p:spTree>
      <p:nvGrpSpPr>
        <p:cNvPr id="22" name="Shape 22"/>
        <p:cNvGrpSpPr/>
        <p:nvPr/>
      </p:nvGrpSpPr>
      <p:grpSpPr>
        <a:xfrm>
          <a:off x="0" y="0"/>
          <a:ext cx="0" cy="0"/>
          <a:chOff x="0" y="0"/>
          <a:chExt cx="0" cy="0"/>
        </a:xfrm>
      </p:grpSpPr>
      <p:sp>
        <p:nvSpPr>
          <p:cNvPr id="23" name="Google Shape;23;p43"/>
          <p:cNvSpPr txBox="1"/>
          <p:nvPr>
            <p:ph type="title"/>
          </p:nvPr>
        </p:nvSpPr>
        <p:spPr>
          <a:xfrm>
            <a:off x="457200" y="381000"/>
            <a:ext cx="8229600" cy="685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3600"/>
              <a:buFont typeface="Arial"/>
              <a:buNone/>
              <a:defRPr b="1" sz="3600"/>
            </a:lvl1pPr>
            <a:lvl2pPr lvl="1" algn="ctr">
              <a:lnSpc>
                <a:spcPct val="100000"/>
              </a:lnSpc>
              <a:spcBef>
                <a:spcPts val="0"/>
              </a:spcBef>
              <a:spcAft>
                <a:spcPts val="0"/>
              </a:spcAft>
              <a:buClr>
                <a:srgbClr val="000000"/>
              </a:buClr>
              <a:buSzPts val="18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43"/>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640"/>
              </a:spcBef>
              <a:spcAft>
                <a:spcPts val="0"/>
              </a:spcAft>
              <a:buSzPts val="1800"/>
              <a:buChar char="•"/>
              <a:defRPr/>
            </a:lvl1pPr>
            <a:lvl2pPr indent="-342900" lvl="1" marL="914400" algn="l">
              <a:lnSpc>
                <a:spcPct val="100000"/>
              </a:lnSpc>
              <a:spcBef>
                <a:spcPts val="560"/>
              </a:spcBef>
              <a:spcAft>
                <a:spcPts val="0"/>
              </a:spcAft>
              <a:buSzPts val="1800"/>
              <a:buChar char="–"/>
              <a:defRPr/>
            </a:lvl2pPr>
            <a:lvl3pPr indent="-342900" lvl="2" marL="1371600" algn="l">
              <a:lnSpc>
                <a:spcPct val="100000"/>
              </a:lnSpc>
              <a:spcBef>
                <a:spcPts val="48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100000"/>
              </a:lnSpc>
              <a:spcBef>
                <a:spcPts val="400"/>
              </a:spcBef>
              <a:spcAft>
                <a:spcPts val="0"/>
              </a:spcAft>
              <a:buSzPts val="1800"/>
              <a:buChar char="•"/>
              <a:defRPr/>
            </a:lvl6pPr>
            <a:lvl7pPr indent="-342900" lvl="6" marL="3200400" algn="l">
              <a:lnSpc>
                <a:spcPct val="100000"/>
              </a:lnSpc>
              <a:spcBef>
                <a:spcPts val="400"/>
              </a:spcBef>
              <a:spcAft>
                <a:spcPts val="0"/>
              </a:spcAft>
              <a:buSzPts val="1800"/>
              <a:buChar char="•"/>
              <a:defRPr/>
            </a:lvl7pPr>
            <a:lvl8pPr indent="-342900" lvl="7" marL="3657600" algn="l">
              <a:lnSpc>
                <a:spcPct val="100000"/>
              </a:lnSpc>
              <a:spcBef>
                <a:spcPts val="400"/>
              </a:spcBef>
              <a:spcAft>
                <a:spcPts val="0"/>
              </a:spcAft>
              <a:buSzPts val="1800"/>
              <a:buChar char="•"/>
              <a:defRPr/>
            </a:lvl8pPr>
            <a:lvl9pPr indent="-342900" lvl="8" marL="4114800" algn="l">
              <a:lnSpc>
                <a:spcPct val="100000"/>
              </a:lnSpc>
              <a:spcBef>
                <a:spcPts val="400"/>
              </a:spcBef>
              <a:spcAft>
                <a:spcPts val="0"/>
              </a:spcAft>
              <a:buSzPts val="1800"/>
              <a:buChar char="•"/>
              <a:defRPr/>
            </a:lvl9pPr>
          </a:lstStyle>
          <a:p/>
        </p:txBody>
      </p:sp>
      <p:sp>
        <p:nvSpPr>
          <p:cNvPr id="25" name="Google Shape;25;p43"/>
          <p:cNvSpPr txBox="1"/>
          <p:nvPr>
            <p:ph idx="10" type="dt"/>
          </p:nvPr>
        </p:nvSpPr>
        <p:spPr>
          <a:xfrm>
            <a:off x="381000" y="6492875"/>
            <a:ext cx="2133600" cy="365125"/>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1400"/>
              <a:buFont typeface="Arial"/>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6" name="Google Shape;26;p43"/>
          <p:cNvSpPr txBox="1"/>
          <p:nvPr>
            <p:ph idx="11" type="ftr"/>
          </p:nvPr>
        </p:nvSpPr>
        <p:spPr>
          <a:xfrm>
            <a:off x="3124200" y="6629400"/>
            <a:ext cx="3352800" cy="228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0000"/>
              </a:buClr>
              <a:buSzPts val="1400"/>
              <a:buFont typeface="Arial"/>
              <a:buNone/>
              <a:defRPr b="1">
                <a:solidFill>
                  <a:srgbClr val="FF0000"/>
                </a:solidFill>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7" name="Google Shape;27;p43"/>
          <p:cNvSpPr txBox="1"/>
          <p:nvPr>
            <p:ph idx="12" type="sldNum"/>
          </p:nvPr>
        </p:nvSpPr>
        <p:spPr>
          <a:xfrm>
            <a:off x="7010400" y="6492875"/>
            <a:ext cx="2133600" cy="365125"/>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spcAft>
                <a:spcPts val="0"/>
              </a:spcAft>
              <a:buClr>
                <a:srgbClr val="FF0000"/>
              </a:buClr>
              <a:buSzPts val="1400"/>
              <a:buFont typeface="Arial"/>
              <a:buNone/>
              <a:defRPr b="1" i="0" sz="1400" u="none" cap="none" strike="noStrike">
                <a:solidFill>
                  <a:srgbClr val="FF0000"/>
                </a:solidFill>
                <a:latin typeface="Arial"/>
                <a:ea typeface="Arial"/>
                <a:cs typeface="Arial"/>
                <a:sym typeface="Arial"/>
              </a:defRPr>
            </a:lvl1pPr>
            <a:lvl2pPr indent="0" lvl="1" marL="0" algn="r">
              <a:lnSpc>
                <a:spcPct val="100000"/>
              </a:lnSpc>
              <a:spcBef>
                <a:spcPts val="0"/>
              </a:spcBef>
              <a:spcAft>
                <a:spcPts val="0"/>
              </a:spcAft>
              <a:buClr>
                <a:srgbClr val="FF0000"/>
              </a:buClr>
              <a:buSzPts val="1400"/>
              <a:buFont typeface="Arial"/>
              <a:buNone/>
              <a:defRPr b="1" i="0" sz="1400" u="none" cap="none" strike="noStrike">
                <a:solidFill>
                  <a:srgbClr val="FF0000"/>
                </a:solidFill>
                <a:latin typeface="Arial"/>
                <a:ea typeface="Arial"/>
                <a:cs typeface="Arial"/>
                <a:sym typeface="Arial"/>
              </a:defRPr>
            </a:lvl2pPr>
            <a:lvl3pPr indent="0" lvl="2" marL="0" algn="r">
              <a:lnSpc>
                <a:spcPct val="100000"/>
              </a:lnSpc>
              <a:spcBef>
                <a:spcPts val="0"/>
              </a:spcBef>
              <a:spcAft>
                <a:spcPts val="0"/>
              </a:spcAft>
              <a:buClr>
                <a:srgbClr val="FF0000"/>
              </a:buClr>
              <a:buSzPts val="1400"/>
              <a:buFont typeface="Arial"/>
              <a:buNone/>
              <a:defRPr b="1" i="0" sz="1400" u="none" cap="none" strike="noStrike">
                <a:solidFill>
                  <a:srgbClr val="FF0000"/>
                </a:solidFill>
                <a:latin typeface="Arial"/>
                <a:ea typeface="Arial"/>
                <a:cs typeface="Arial"/>
                <a:sym typeface="Arial"/>
              </a:defRPr>
            </a:lvl3pPr>
            <a:lvl4pPr indent="0" lvl="3" marL="0" algn="r">
              <a:lnSpc>
                <a:spcPct val="100000"/>
              </a:lnSpc>
              <a:spcBef>
                <a:spcPts val="0"/>
              </a:spcBef>
              <a:spcAft>
                <a:spcPts val="0"/>
              </a:spcAft>
              <a:buClr>
                <a:srgbClr val="FF0000"/>
              </a:buClr>
              <a:buSzPts val="1400"/>
              <a:buFont typeface="Arial"/>
              <a:buNone/>
              <a:defRPr b="1" i="0" sz="1400" u="none" cap="none" strike="noStrike">
                <a:solidFill>
                  <a:srgbClr val="FF0000"/>
                </a:solidFill>
                <a:latin typeface="Arial"/>
                <a:ea typeface="Arial"/>
                <a:cs typeface="Arial"/>
                <a:sym typeface="Arial"/>
              </a:defRPr>
            </a:lvl4pPr>
            <a:lvl5pPr indent="0" lvl="4" marL="0" algn="r">
              <a:lnSpc>
                <a:spcPct val="100000"/>
              </a:lnSpc>
              <a:spcBef>
                <a:spcPts val="0"/>
              </a:spcBef>
              <a:spcAft>
                <a:spcPts val="0"/>
              </a:spcAft>
              <a:buClr>
                <a:srgbClr val="FF0000"/>
              </a:buClr>
              <a:buSzPts val="1400"/>
              <a:buFont typeface="Arial"/>
              <a:buNone/>
              <a:defRPr b="1" i="0" sz="1400" u="none" cap="none" strike="noStrike">
                <a:solidFill>
                  <a:srgbClr val="FF0000"/>
                </a:solidFill>
                <a:latin typeface="Arial"/>
                <a:ea typeface="Arial"/>
                <a:cs typeface="Arial"/>
                <a:sym typeface="Arial"/>
              </a:defRPr>
            </a:lvl5pPr>
            <a:lvl6pPr indent="0" lvl="5" marL="0" algn="r">
              <a:lnSpc>
                <a:spcPct val="100000"/>
              </a:lnSpc>
              <a:spcBef>
                <a:spcPts val="0"/>
              </a:spcBef>
              <a:spcAft>
                <a:spcPts val="0"/>
              </a:spcAft>
              <a:buClr>
                <a:srgbClr val="FF0000"/>
              </a:buClr>
              <a:buSzPts val="1400"/>
              <a:buFont typeface="Arial"/>
              <a:buNone/>
              <a:defRPr b="1" i="0" sz="1400" u="none" cap="none" strike="noStrike">
                <a:solidFill>
                  <a:srgbClr val="FF0000"/>
                </a:solidFill>
                <a:latin typeface="Arial"/>
                <a:ea typeface="Arial"/>
                <a:cs typeface="Arial"/>
                <a:sym typeface="Arial"/>
              </a:defRPr>
            </a:lvl6pPr>
            <a:lvl7pPr indent="0" lvl="6" marL="0" algn="r">
              <a:lnSpc>
                <a:spcPct val="100000"/>
              </a:lnSpc>
              <a:spcBef>
                <a:spcPts val="0"/>
              </a:spcBef>
              <a:spcAft>
                <a:spcPts val="0"/>
              </a:spcAft>
              <a:buClr>
                <a:srgbClr val="FF0000"/>
              </a:buClr>
              <a:buSzPts val="1400"/>
              <a:buFont typeface="Arial"/>
              <a:buNone/>
              <a:defRPr b="1" i="0" sz="1400" u="none" cap="none" strike="noStrike">
                <a:solidFill>
                  <a:srgbClr val="FF0000"/>
                </a:solidFill>
                <a:latin typeface="Arial"/>
                <a:ea typeface="Arial"/>
                <a:cs typeface="Arial"/>
                <a:sym typeface="Arial"/>
              </a:defRPr>
            </a:lvl7pPr>
            <a:lvl8pPr indent="0" lvl="7" marL="0" algn="r">
              <a:lnSpc>
                <a:spcPct val="100000"/>
              </a:lnSpc>
              <a:spcBef>
                <a:spcPts val="0"/>
              </a:spcBef>
              <a:spcAft>
                <a:spcPts val="0"/>
              </a:spcAft>
              <a:buClr>
                <a:srgbClr val="FF0000"/>
              </a:buClr>
              <a:buSzPts val="1400"/>
              <a:buFont typeface="Arial"/>
              <a:buNone/>
              <a:defRPr b="1" i="0" sz="1400" u="none" cap="none" strike="noStrike">
                <a:solidFill>
                  <a:srgbClr val="FF0000"/>
                </a:solidFill>
                <a:latin typeface="Arial"/>
                <a:ea typeface="Arial"/>
                <a:cs typeface="Arial"/>
                <a:sym typeface="Arial"/>
              </a:defRPr>
            </a:lvl8pPr>
            <a:lvl9pPr indent="0" lvl="8" marL="0" algn="r">
              <a:lnSpc>
                <a:spcPct val="100000"/>
              </a:lnSpc>
              <a:spcBef>
                <a:spcPts val="0"/>
              </a:spcBef>
              <a:spcAft>
                <a:spcPts val="0"/>
              </a:spcAft>
              <a:buClr>
                <a:srgbClr val="FF0000"/>
              </a:buClr>
              <a:buSzPts val="1400"/>
              <a:buFont typeface="Arial"/>
              <a:buNone/>
              <a:defRPr b="1" i="0" sz="1400" u="none" cap="none" strike="noStrike">
                <a:solidFill>
                  <a:srgbClr val="FF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28" name="Shape 28"/>
        <p:cNvGrpSpPr/>
        <p:nvPr/>
      </p:nvGrpSpPr>
      <p:grpSpPr>
        <a:xfrm>
          <a:off x="0" y="0"/>
          <a:ext cx="0" cy="0"/>
          <a:chOff x="0" y="0"/>
          <a:chExt cx="0" cy="0"/>
        </a:xfrm>
      </p:grpSpPr>
      <p:sp>
        <p:nvSpPr>
          <p:cNvPr id="29" name="Google Shape;29;p44"/>
          <p:cNvSpPr txBox="1"/>
          <p:nvPr>
            <p:ph type="title"/>
          </p:nvPr>
        </p:nvSpPr>
        <p:spPr>
          <a:xfrm>
            <a:off x="457200" y="274637"/>
            <a:ext cx="8229600" cy="868362"/>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lnSpc>
                <a:spcPct val="100000"/>
              </a:lnSpc>
              <a:spcBef>
                <a:spcPts val="0"/>
              </a:spcBef>
              <a:spcAft>
                <a:spcPts val="0"/>
              </a:spcAft>
              <a:buClr>
                <a:srgbClr val="000000"/>
              </a:buClr>
              <a:buSzPts val="1400"/>
              <a:buFont typeface="Arial"/>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44"/>
          <p:cNvSpPr txBox="1"/>
          <p:nvPr>
            <p:ph idx="1" type="body"/>
          </p:nvPr>
        </p:nvSpPr>
        <p:spPr>
          <a:xfrm>
            <a:off x="457200" y="1535112"/>
            <a:ext cx="4040187" cy="639762"/>
          </a:xfrm>
          <a:prstGeom prst="rect">
            <a:avLst/>
          </a:prstGeom>
          <a:noFill/>
          <a:ln>
            <a:noFill/>
          </a:ln>
        </p:spPr>
        <p:txBody>
          <a:bodyPr anchorCtr="0" anchor="b" bIns="91425" lIns="91425" spcFirstLastPara="1" rIns="91425" wrap="square" tIns="91425">
            <a:noAutofit/>
          </a:bodyPr>
          <a:lstStyle>
            <a:lvl1pPr indent="-228600" lvl="0" marL="457200" algn="l">
              <a:lnSpc>
                <a:spcPct val="100000"/>
              </a:lnSpc>
              <a:spcBef>
                <a:spcPts val="640"/>
              </a:spcBef>
              <a:spcAft>
                <a:spcPts val="0"/>
              </a:spcAft>
              <a:buSzPts val="1400"/>
              <a:buFont typeface="Times New Roman"/>
              <a:buNone/>
              <a:defRPr/>
            </a:lvl1pPr>
            <a:lvl2pPr indent="-228600" lvl="1" marL="914400" algn="l">
              <a:lnSpc>
                <a:spcPct val="100000"/>
              </a:lnSpc>
              <a:spcBef>
                <a:spcPts val="560"/>
              </a:spcBef>
              <a:spcAft>
                <a:spcPts val="0"/>
              </a:spcAft>
              <a:buSzPts val="1400"/>
              <a:buFont typeface="Times New Roman"/>
              <a:buNone/>
              <a:defRPr/>
            </a:lvl2pPr>
            <a:lvl3pPr indent="-228600" lvl="2" marL="1371600" algn="l">
              <a:lnSpc>
                <a:spcPct val="100000"/>
              </a:lnSpc>
              <a:spcBef>
                <a:spcPts val="480"/>
              </a:spcBef>
              <a:spcAft>
                <a:spcPts val="0"/>
              </a:spcAft>
              <a:buSzPts val="1400"/>
              <a:buFont typeface="Times New Roman"/>
              <a:buNone/>
              <a:defRPr/>
            </a:lvl3pPr>
            <a:lvl4pPr indent="-228600" lvl="3" marL="1828800" algn="l">
              <a:lnSpc>
                <a:spcPct val="100000"/>
              </a:lnSpc>
              <a:spcBef>
                <a:spcPts val="400"/>
              </a:spcBef>
              <a:spcAft>
                <a:spcPts val="0"/>
              </a:spcAft>
              <a:buSzPts val="1400"/>
              <a:buFont typeface="Times New Roman"/>
              <a:buNone/>
              <a:defRPr/>
            </a:lvl4pPr>
            <a:lvl5pPr indent="-228600" lvl="4" marL="2286000" algn="l">
              <a:lnSpc>
                <a:spcPct val="100000"/>
              </a:lnSpc>
              <a:spcBef>
                <a:spcPts val="400"/>
              </a:spcBef>
              <a:spcAft>
                <a:spcPts val="0"/>
              </a:spcAft>
              <a:buSzPts val="1400"/>
              <a:buFont typeface="Times New Roman"/>
              <a:buNone/>
              <a:defRPr/>
            </a:lvl5pPr>
            <a:lvl6pPr indent="-228600" lvl="5" marL="2743200" algn="l">
              <a:lnSpc>
                <a:spcPct val="100000"/>
              </a:lnSpc>
              <a:spcBef>
                <a:spcPts val="400"/>
              </a:spcBef>
              <a:spcAft>
                <a:spcPts val="0"/>
              </a:spcAft>
              <a:buSzPts val="1400"/>
              <a:buFont typeface="Times New Roman"/>
              <a:buNone/>
              <a:defRPr/>
            </a:lvl6pPr>
            <a:lvl7pPr indent="-228600" lvl="6" marL="3200400" algn="l">
              <a:lnSpc>
                <a:spcPct val="100000"/>
              </a:lnSpc>
              <a:spcBef>
                <a:spcPts val="400"/>
              </a:spcBef>
              <a:spcAft>
                <a:spcPts val="0"/>
              </a:spcAft>
              <a:buSzPts val="1400"/>
              <a:buFont typeface="Times New Roman"/>
              <a:buNone/>
              <a:defRPr/>
            </a:lvl7pPr>
            <a:lvl8pPr indent="-228600" lvl="7" marL="3657600" algn="l">
              <a:lnSpc>
                <a:spcPct val="100000"/>
              </a:lnSpc>
              <a:spcBef>
                <a:spcPts val="400"/>
              </a:spcBef>
              <a:spcAft>
                <a:spcPts val="0"/>
              </a:spcAft>
              <a:buSzPts val="1400"/>
              <a:buFont typeface="Times New Roman"/>
              <a:buNone/>
              <a:defRPr/>
            </a:lvl8pPr>
            <a:lvl9pPr indent="-228600" lvl="8" marL="4114800" algn="l">
              <a:lnSpc>
                <a:spcPct val="100000"/>
              </a:lnSpc>
              <a:spcBef>
                <a:spcPts val="400"/>
              </a:spcBef>
              <a:spcAft>
                <a:spcPts val="0"/>
              </a:spcAft>
              <a:buSzPts val="1400"/>
              <a:buFont typeface="Times New Roman"/>
              <a:buNone/>
              <a:defRPr/>
            </a:lvl9pPr>
          </a:lstStyle>
          <a:p/>
        </p:txBody>
      </p:sp>
      <p:sp>
        <p:nvSpPr>
          <p:cNvPr id="31" name="Google Shape;31;p44"/>
          <p:cNvSpPr txBox="1"/>
          <p:nvPr>
            <p:ph idx="2" type="body"/>
          </p:nvPr>
        </p:nvSpPr>
        <p:spPr>
          <a:xfrm>
            <a:off x="457200" y="2174875"/>
            <a:ext cx="4040187" cy="3951287"/>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40"/>
              </a:spcBef>
              <a:spcAft>
                <a:spcPts val="0"/>
              </a:spcAft>
              <a:buSzPts val="1400"/>
              <a:buChar char="•"/>
              <a:defRPr/>
            </a:lvl1pPr>
            <a:lvl2pPr indent="-317500" lvl="1" marL="914400" algn="l">
              <a:lnSpc>
                <a:spcPct val="100000"/>
              </a:lnSpc>
              <a:spcBef>
                <a:spcPts val="560"/>
              </a:spcBef>
              <a:spcAft>
                <a:spcPts val="0"/>
              </a:spcAft>
              <a:buSzPts val="1400"/>
              <a:buChar char="–"/>
              <a:defRPr/>
            </a:lvl2pPr>
            <a:lvl3pPr indent="-317500" lvl="2" marL="1371600" algn="l">
              <a:lnSpc>
                <a:spcPct val="100000"/>
              </a:lnSpc>
              <a:spcBef>
                <a:spcPts val="480"/>
              </a:spcBef>
              <a:spcAft>
                <a:spcPts val="0"/>
              </a:spcAft>
              <a:buSzPts val="14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100000"/>
              </a:lnSpc>
              <a:spcBef>
                <a:spcPts val="400"/>
              </a:spcBef>
              <a:spcAft>
                <a:spcPts val="0"/>
              </a:spcAft>
              <a:buSzPts val="1400"/>
              <a:buChar char="•"/>
              <a:defRPr/>
            </a:lvl6pPr>
            <a:lvl7pPr indent="-317500" lvl="6" marL="3200400" algn="l">
              <a:lnSpc>
                <a:spcPct val="100000"/>
              </a:lnSpc>
              <a:spcBef>
                <a:spcPts val="400"/>
              </a:spcBef>
              <a:spcAft>
                <a:spcPts val="0"/>
              </a:spcAft>
              <a:buSzPts val="1400"/>
              <a:buChar char="•"/>
              <a:defRPr/>
            </a:lvl7pPr>
            <a:lvl8pPr indent="-317500" lvl="7" marL="3657600" algn="l">
              <a:lnSpc>
                <a:spcPct val="100000"/>
              </a:lnSpc>
              <a:spcBef>
                <a:spcPts val="400"/>
              </a:spcBef>
              <a:spcAft>
                <a:spcPts val="0"/>
              </a:spcAft>
              <a:buSzPts val="1400"/>
              <a:buChar char="•"/>
              <a:defRPr/>
            </a:lvl8pPr>
            <a:lvl9pPr indent="-317500" lvl="8" marL="4114800" algn="l">
              <a:lnSpc>
                <a:spcPct val="100000"/>
              </a:lnSpc>
              <a:spcBef>
                <a:spcPts val="400"/>
              </a:spcBef>
              <a:spcAft>
                <a:spcPts val="0"/>
              </a:spcAft>
              <a:buSzPts val="1400"/>
              <a:buChar char="•"/>
              <a:defRPr/>
            </a:lvl9pPr>
          </a:lstStyle>
          <a:p/>
        </p:txBody>
      </p:sp>
      <p:sp>
        <p:nvSpPr>
          <p:cNvPr id="32" name="Google Shape;32;p44"/>
          <p:cNvSpPr txBox="1"/>
          <p:nvPr>
            <p:ph idx="3" type="body"/>
          </p:nvPr>
        </p:nvSpPr>
        <p:spPr>
          <a:xfrm>
            <a:off x="4645025" y="1535112"/>
            <a:ext cx="4041774" cy="639762"/>
          </a:xfrm>
          <a:prstGeom prst="rect">
            <a:avLst/>
          </a:prstGeom>
          <a:noFill/>
          <a:ln>
            <a:noFill/>
          </a:ln>
        </p:spPr>
        <p:txBody>
          <a:bodyPr anchorCtr="0" anchor="b" bIns="91425" lIns="91425" spcFirstLastPara="1" rIns="91425" wrap="square" tIns="91425">
            <a:noAutofit/>
          </a:bodyPr>
          <a:lstStyle>
            <a:lvl1pPr indent="-228600" lvl="0" marL="457200" algn="l">
              <a:lnSpc>
                <a:spcPct val="100000"/>
              </a:lnSpc>
              <a:spcBef>
                <a:spcPts val="640"/>
              </a:spcBef>
              <a:spcAft>
                <a:spcPts val="0"/>
              </a:spcAft>
              <a:buSzPts val="1400"/>
              <a:buFont typeface="Times New Roman"/>
              <a:buNone/>
              <a:defRPr/>
            </a:lvl1pPr>
            <a:lvl2pPr indent="-228600" lvl="1" marL="914400" algn="l">
              <a:lnSpc>
                <a:spcPct val="100000"/>
              </a:lnSpc>
              <a:spcBef>
                <a:spcPts val="560"/>
              </a:spcBef>
              <a:spcAft>
                <a:spcPts val="0"/>
              </a:spcAft>
              <a:buSzPts val="1400"/>
              <a:buFont typeface="Times New Roman"/>
              <a:buNone/>
              <a:defRPr/>
            </a:lvl2pPr>
            <a:lvl3pPr indent="-228600" lvl="2" marL="1371600" algn="l">
              <a:lnSpc>
                <a:spcPct val="100000"/>
              </a:lnSpc>
              <a:spcBef>
                <a:spcPts val="480"/>
              </a:spcBef>
              <a:spcAft>
                <a:spcPts val="0"/>
              </a:spcAft>
              <a:buSzPts val="1400"/>
              <a:buFont typeface="Times New Roman"/>
              <a:buNone/>
              <a:defRPr/>
            </a:lvl3pPr>
            <a:lvl4pPr indent="-228600" lvl="3" marL="1828800" algn="l">
              <a:lnSpc>
                <a:spcPct val="100000"/>
              </a:lnSpc>
              <a:spcBef>
                <a:spcPts val="400"/>
              </a:spcBef>
              <a:spcAft>
                <a:spcPts val="0"/>
              </a:spcAft>
              <a:buSzPts val="1400"/>
              <a:buFont typeface="Times New Roman"/>
              <a:buNone/>
              <a:defRPr/>
            </a:lvl4pPr>
            <a:lvl5pPr indent="-228600" lvl="4" marL="2286000" algn="l">
              <a:lnSpc>
                <a:spcPct val="100000"/>
              </a:lnSpc>
              <a:spcBef>
                <a:spcPts val="400"/>
              </a:spcBef>
              <a:spcAft>
                <a:spcPts val="0"/>
              </a:spcAft>
              <a:buSzPts val="1400"/>
              <a:buFont typeface="Times New Roman"/>
              <a:buNone/>
              <a:defRPr/>
            </a:lvl5pPr>
            <a:lvl6pPr indent="-228600" lvl="5" marL="2743200" algn="l">
              <a:lnSpc>
                <a:spcPct val="100000"/>
              </a:lnSpc>
              <a:spcBef>
                <a:spcPts val="400"/>
              </a:spcBef>
              <a:spcAft>
                <a:spcPts val="0"/>
              </a:spcAft>
              <a:buSzPts val="1400"/>
              <a:buFont typeface="Times New Roman"/>
              <a:buNone/>
              <a:defRPr/>
            </a:lvl6pPr>
            <a:lvl7pPr indent="-228600" lvl="6" marL="3200400" algn="l">
              <a:lnSpc>
                <a:spcPct val="100000"/>
              </a:lnSpc>
              <a:spcBef>
                <a:spcPts val="400"/>
              </a:spcBef>
              <a:spcAft>
                <a:spcPts val="0"/>
              </a:spcAft>
              <a:buSzPts val="1400"/>
              <a:buFont typeface="Times New Roman"/>
              <a:buNone/>
              <a:defRPr/>
            </a:lvl7pPr>
            <a:lvl8pPr indent="-228600" lvl="7" marL="3657600" algn="l">
              <a:lnSpc>
                <a:spcPct val="100000"/>
              </a:lnSpc>
              <a:spcBef>
                <a:spcPts val="400"/>
              </a:spcBef>
              <a:spcAft>
                <a:spcPts val="0"/>
              </a:spcAft>
              <a:buSzPts val="1400"/>
              <a:buFont typeface="Times New Roman"/>
              <a:buNone/>
              <a:defRPr/>
            </a:lvl8pPr>
            <a:lvl9pPr indent="-228600" lvl="8" marL="4114800" algn="l">
              <a:lnSpc>
                <a:spcPct val="100000"/>
              </a:lnSpc>
              <a:spcBef>
                <a:spcPts val="400"/>
              </a:spcBef>
              <a:spcAft>
                <a:spcPts val="0"/>
              </a:spcAft>
              <a:buSzPts val="1400"/>
              <a:buFont typeface="Times New Roman"/>
              <a:buNone/>
              <a:defRPr/>
            </a:lvl9pPr>
          </a:lstStyle>
          <a:p/>
        </p:txBody>
      </p:sp>
      <p:sp>
        <p:nvSpPr>
          <p:cNvPr id="33" name="Google Shape;33;p44"/>
          <p:cNvSpPr txBox="1"/>
          <p:nvPr>
            <p:ph idx="4" type="body"/>
          </p:nvPr>
        </p:nvSpPr>
        <p:spPr>
          <a:xfrm>
            <a:off x="4645025" y="2174875"/>
            <a:ext cx="4041774" cy="3951287"/>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40"/>
              </a:spcBef>
              <a:spcAft>
                <a:spcPts val="0"/>
              </a:spcAft>
              <a:buSzPts val="1400"/>
              <a:buChar char="•"/>
              <a:defRPr/>
            </a:lvl1pPr>
            <a:lvl2pPr indent="-317500" lvl="1" marL="914400" algn="l">
              <a:lnSpc>
                <a:spcPct val="100000"/>
              </a:lnSpc>
              <a:spcBef>
                <a:spcPts val="560"/>
              </a:spcBef>
              <a:spcAft>
                <a:spcPts val="0"/>
              </a:spcAft>
              <a:buSzPts val="1400"/>
              <a:buChar char="–"/>
              <a:defRPr/>
            </a:lvl2pPr>
            <a:lvl3pPr indent="-317500" lvl="2" marL="1371600" algn="l">
              <a:lnSpc>
                <a:spcPct val="100000"/>
              </a:lnSpc>
              <a:spcBef>
                <a:spcPts val="480"/>
              </a:spcBef>
              <a:spcAft>
                <a:spcPts val="0"/>
              </a:spcAft>
              <a:buSzPts val="14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100000"/>
              </a:lnSpc>
              <a:spcBef>
                <a:spcPts val="400"/>
              </a:spcBef>
              <a:spcAft>
                <a:spcPts val="0"/>
              </a:spcAft>
              <a:buSzPts val="1400"/>
              <a:buChar char="•"/>
              <a:defRPr/>
            </a:lvl6pPr>
            <a:lvl7pPr indent="-317500" lvl="6" marL="3200400" algn="l">
              <a:lnSpc>
                <a:spcPct val="100000"/>
              </a:lnSpc>
              <a:spcBef>
                <a:spcPts val="400"/>
              </a:spcBef>
              <a:spcAft>
                <a:spcPts val="0"/>
              </a:spcAft>
              <a:buSzPts val="1400"/>
              <a:buChar char="•"/>
              <a:defRPr/>
            </a:lvl7pPr>
            <a:lvl8pPr indent="-317500" lvl="7" marL="3657600" algn="l">
              <a:lnSpc>
                <a:spcPct val="100000"/>
              </a:lnSpc>
              <a:spcBef>
                <a:spcPts val="400"/>
              </a:spcBef>
              <a:spcAft>
                <a:spcPts val="0"/>
              </a:spcAft>
              <a:buSzPts val="1400"/>
              <a:buChar char="•"/>
              <a:defRPr/>
            </a:lvl8pPr>
            <a:lvl9pPr indent="-317500" lvl="8" marL="4114800" algn="l">
              <a:lnSpc>
                <a:spcPct val="100000"/>
              </a:lnSpc>
              <a:spcBef>
                <a:spcPts val="400"/>
              </a:spcBef>
              <a:spcAft>
                <a:spcPts val="0"/>
              </a:spcAft>
              <a:buSzPts val="1400"/>
              <a:buChar char="•"/>
              <a:defRPr/>
            </a:lvl9pPr>
          </a:lstStyle>
          <a:p/>
        </p:txBody>
      </p:sp>
      <p:sp>
        <p:nvSpPr>
          <p:cNvPr id="34" name="Google Shape;34;p44"/>
          <p:cNvSpPr txBox="1"/>
          <p:nvPr>
            <p:ph idx="10" type="dt"/>
          </p:nvPr>
        </p:nvSpPr>
        <p:spPr>
          <a:xfrm>
            <a:off x="457200" y="6356350"/>
            <a:ext cx="2133599"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35" name="Google Shape;35;p44"/>
          <p:cNvSpPr txBox="1"/>
          <p:nvPr>
            <p:ph idx="11" type="ftr"/>
          </p:nvPr>
        </p:nvSpPr>
        <p:spPr>
          <a:xfrm>
            <a:off x="3048000" y="6492875"/>
            <a:ext cx="37338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36" name="Google Shape;36;p44"/>
          <p:cNvSpPr txBox="1"/>
          <p:nvPr>
            <p:ph idx="12" type="sldNum"/>
          </p:nvPr>
        </p:nvSpPr>
        <p:spPr>
          <a:xfrm>
            <a:off x="7010400" y="6492875"/>
            <a:ext cx="2133599" cy="3651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Custom Layout">
  <p:cSld name="1_Custom Layout">
    <p:spTree>
      <p:nvGrpSpPr>
        <p:cNvPr id="37" name="Shape 37"/>
        <p:cNvGrpSpPr/>
        <p:nvPr/>
      </p:nvGrpSpPr>
      <p:grpSpPr>
        <a:xfrm>
          <a:off x="0" y="0"/>
          <a:ext cx="0" cy="0"/>
          <a:chOff x="0" y="0"/>
          <a:chExt cx="0" cy="0"/>
        </a:xfrm>
      </p:grpSpPr>
      <p:sp>
        <p:nvSpPr>
          <p:cNvPr id="38" name="Google Shape;38;p45"/>
          <p:cNvSpPr txBox="1"/>
          <p:nvPr>
            <p:ph type="title"/>
          </p:nvPr>
        </p:nvSpPr>
        <p:spPr>
          <a:xfrm>
            <a:off x="457200" y="228600"/>
            <a:ext cx="8229600" cy="838199"/>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lnSpc>
                <a:spcPct val="100000"/>
              </a:lnSpc>
              <a:spcBef>
                <a:spcPts val="0"/>
              </a:spcBef>
              <a:spcAft>
                <a:spcPts val="0"/>
              </a:spcAft>
              <a:buClr>
                <a:srgbClr val="000000"/>
              </a:buClr>
              <a:buSzPts val="1400"/>
              <a:buFont typeface="Arial"/>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45"/>
          <p:cNvSpPr txBox="1"/>
          <p:nvPr>
            <p:ph idx="10" type="dt"/>
          </p:nvPr>
        </p:nvSpPr>
        <p:spPr>
          <a:xfrm>
            <a:off x="457200" y="6356350"/>
            <a:ext cx="2133599"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40" name="Google Shape;40;p45"/>
          <p:cNvSpPr txBox="1"/>
          <p:nvPr>
            <p:ph idx="11" type="ftr"/>
          </p:nvPr>
        </p:nvSpPr>
        <p:spPr>
          <a:xfrm>
            <a:off x="2971800" y="6492875"/>
            <a:ext cx="35052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41" name="Google Shape;41;p45"/>
          <p:cNvSpPr txBox="1"/>
          <p:nvPr>
            <p:ph idx="12" type="sldNum"/>
          </p:nvPr>
        </p:nvSpPr>
        <p:spPr>
          <a:xfrm>
            <a:off x="7010400" y="6492875"/>
            <a:ext cx="2133599" cy="3651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42" name="Shape 42"/>
        <p:cNvGrpSpPr/>
        <p:nvPr/>
      </p:nvGrpSpPr>
      <p:grpSpPr>
        <a:xfrm>
          <a:off x="0" y="0"/>
          <a:ext cx="0" cy="0"/>
          <a:chOff x="0" y="0"/>
          <a:chExt cx="0" cy="0"/>
        </a:xfrm>
      </p:grpSpPr>
      <p:sp>
        <p:nvSpPr>
          <p:cNvPr id="43" name="Google Shape;43;p46"/>
          <p:cNvSpPr txBox="1"/>
          <p:nvPr>
            <p:ph type="title"/>
          </p:nvPr>
        </p:nvSpPr>
        <p:spPr>
          <a:xfrm>
            <a:off x="722312" y="4406900"/>
            <a:ext cx="7772400" cy="1362075"/>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400"/>
              <a:buFont typeface="Arial"/>
              <a:buNone/>
              <a:defRPr/>
            </a:lvl1pPr>
            <a:lvl2pPr lvl="1" algn="ctr">
              <a:lnSpc>
                <a:spcPct val="100000"/>
              </a:lnSpc>
              <a:spcBef>
                <a:spcPts val="0"/>
              </a:spcBef>
              <a:spcAft>
                <a:spcPts val="0"/>
              </a:spcAft>
              <a:buClr>
                <a:srgbClr val="000000"/>
              </a:buClr>
              <a:buSzPts val="1400"/>
              <a:buFont typeface="Arial"/>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46"/>
          <p:cNvSpPr txBox="1"/>
          <p:nvPr>
            <p:ph idx="1" type="body"/>
          </p:nvPr>
        </p:nvSpPr>
        <p:spPr>
          <a:xfrm>
            <a:off x="722312" y="2906713"/>
            <a:ext cx="7772400" cy="1500187"/>
          </a:xfrm>
          <a:prstGeom prst="rect">
            <a:avLst/>
          </a:prstGeom>
          <a:noFill/>
          <a:ln>
            <a:noFill/>
          </a:ln>
        </p:spPr>
        <p:txBody>
          <a:bodyPr anchorCtr="0" anchor="b" bIns="91425" lIns="91425" spcFirstLastPara="1" rIns="91425" wrap="square" tIns="91425">
            <a:noAutofit/>
          </a:bodyPr>
          <a:lstStyle>
            <a:lvl1pPr indent="-228600" lvl="0" marL="457200" algn="l">
              <a:lnSpc>
                <a:spcPct val="100000"/>
              </a:lnSpc>
              <a:spcBef>
                <a:spcPts val="640"/>
              </a:spcBef>
              <a:spcAft>
                <a:spcPts val="0"/>
              </a:spcAft>
              <a:buClr>
                <a:srgbClr val="888888"/>
              </a:buClr>
              <a:buSzPts val="1400"/>
              <a:buFont typeface="Times New Roman"/>
              <a:buNone/>
              <a:defRPr/>
            </a:lvl1pPr>
            <a:lvl2pPr indent="-228600" lvl="1" marL="914400" algn="l">
              <a:lnSpc>
                <a:spcPct val="100000"/>
              </a:lnSpc>
              <a:spcBef>
                <a:spcPts val="560"/>
              </a:spcBef>
              <a:spcAft>
                <a:spcPts val="0"/>
              </a:spcAft>
              <a:buClr>
                <a:srgbClr val="888888"/>
              </a:buClr>
              <a:buSzPts val="1400"/>
              <a:buFont typeface="Times New Roman"/>
              <a:buNone/>
              <a:defRPr/>
            </a:lvl2pPr>
            <a:lvl3pPr indent="-228600" lvl="2" marL="1371600" algn="l">
              <a:lnSpc>
                <a:spcPct val="100000"/>
              </a:lnSpc>
              <a:spcBef>
                <a:spcPts val="480"/>
              </a:spcBef>
              <a:spcAft>
                <a:spcPts val="0"/>
              </a:spcAft>
              <a:buClr>
                <a:srgbClr val="888888"/>
              </a:buClr>
              <a:buSzPts val="1400"/>
              <a:buFont typeface="Times New Roman"/>
              <a:buNone/>
              <a:defRPr/>
            </a:lvl3pPr>
            <a:lvl4pPr indent="-228600" lvl="3" marL="1828800" algn="l">
              <a:lnSpc>
                <a:spcPct val="100000"/>
              </a:lnSpc>
              <a:spcBef>
                <a:spcPts val="400"/>
              </a:spcBef>
              <a:spcAft>
                <a:spcPts val="0"/>
              </a:spcAft>
              <a:buClr>
                <a:srgbClr val="888888"/>
              </a:buClr>
              <a:buSzPts val="1400"/>
              <a:buFont typeface="Times New Roman"/>
              <a:buNone/>
              <a:defRPr/>
            </a:lvl4pPr>
            <a:lvl5pPr indent="-228600" lvl="4" marL="2286000" algn="l">
              <a:lnSpc>
                <a:spcPct val="100000"/>
              </a:lnSpc>
              <a:spcBef>
                <a:spcPts val="400"/>
              </a:spcBef>
              <a:spcAft>
                <a:spcPts val="0"/>
              </a:spcAft>
              <a:buClr>
                <a:srgbClr val="888888"/>
              </a:buClr>
              <a:buSzPts val="1400"/>
              <a:buFont typeface="Times New Roman"/>
              <a:buNone/>
              <a:defRPr/>
            </a:lvl5pPr>
            <a:lvl6pPr indent="-228600" lvl="5" marL="2743200" algn="l">
              <a:lnSpc>
                <a:spcPct val="100000"/>
              </a:lnSpc>
              <a:spcBef>
                <a:spcPts val="400"/>
              </a:spcBef>
              <a:spcAft>
                <a:spcPts val="0"/>
              </a:spcAft>
              <a:buClr>
                <a:srgbClr val="888888"/>
              </a:buClr>
              <a:buSzPts val="1400"/>
              <a:buFont typeface="Times New Roman"/>
              <a:buNone/>
              <a:defRPr/>
            </a:lvl6pPr>
            <a:lvl7pPr indent="-228600" lvl="6" marL="3200400" algn="l">
              <a:lnSpc>
                <a:spcPct val="100000"/>
              </a:lnSpc>
              <a:spcBef>
                <a:spcPts val="400"/>
              </a:spcBef>
              <a:spcAft>
                <a:spcPts val="0"/>
              </a:spcAft>
              <a:buClr>
                <a:srgbClr val="888888"/>
              </a:buClr>
              <a:buSzPts val="1400"/>
              <a:buFont typeface="Times New Roman"/>
              <a:buNone/>
              <a:defRPr/>
            </a:lvl7pPr>
            <a:lvl8pPr indent="-228600" lvl="7" marL="3657600" algn="l">
              <a:lnSpc>
                <a:spcPct val="100000"/>
              </a:lnSpc>
              <a:spcBef>
                <a:spcPts val="400"/>
              </a:spcBef>
              <a:spcAft>
                <a:spcPts val="0"/>
              </a:spcAft>
              <a:buClr>
                <a:srgbClr val="888888"/>
              </a:buClr>
              <a:buSzPts val="1400"/>
              <a:buFont typeface="Times New Roman"/>
              <a:buNone/>
              <a:defRPr/>
            </a:lvl8pPr>
            <a:lvl9pPr indent="-228600" lvl="8" marL="4114800" algn="l">
              <a:lnSpc>
                <a:spcPct val="100000"/>
              </a:lnSpc>
              <a:spcBef>
                <a:spcPts val="400"/>
              </a:spcBef>
              <a:spcAft>
                <a:spcPts val="0"/>
              </a:spcAft>
              <a:buClr>
                <a:srgbClr val="888888"/>
              </a:buClr>
              <a:buSzPts val="1400"/>
              <a:buFont typeface="Times New Roman"/>
              <a:buNone/>
              <a:defRPr/>
            </a:lvl9pPr>
          </a:lstStyle>
          <a:p/>
        </p:txBody>
      </p:sp>
      <p:sp>
        <p:nvSpPr>
          <p:cNvPr id="45" name="Google Shape;45;p46"/>
          <p:cNvSpPr txBox="1"/>
          <p:nvPr>
            <p:ph idx="10" type="dt"/>
          </p:nvPr>
        </p:nvSpPr>
        <p:spPr>
          <a:xfrm>
            <a:off x="228600" y="6492875"/>
            <a:ext cx="2133599"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46" name="Google Shape;46;p46"/>
          <p:cNvSpPr txBox="1"/>
          <p:nvPr>
            <p:ph idx="11" type="ftr"/>
          </p:nvPr>
        </p:nvSpPr>
        <p:spPr>
          <a:xfrm>
            <a:off x="2743200" y="6553200"/>
            <a:ext cx="3581399" cy="304799"/>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47" name="Google Shape;47;p46"/>
          <p:cNvSpPr txBox="1"/>
          <p:nvPr>
            <p:ph idx="12" type="sldNum"/>
          </p:nvPr>
        </p:nvSpPr>
        <p:spPr>
          <a:xfrm>
            <a:off x="7010400" y="6492875"/>
            <a:ext cx="2133599" cy="3651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48" name="Shape 48"/>
        <p:cNvGrpSpPr/>
        <p:nvPr/>
      </p:nvGrpSpPr>
      <p:grpSpPr>
        <a:xfrm>
          <a:off x="0" y="0"/>
          <a:ext cx="0" cy="0"/>
          <a:chOff x="0" y="0"/>
          <a:chExt cx="0" cy="0"/>
        </a:xfrm>
      </p:grpSpPr>
      <p:sp>
        <p:nvSpPr>
          <p:cNvPr id="49" name="Google Shape;49;p47"/>
          <p:cNvSpPr txBox="1"/>
          <p:nvPr>
            <p:ph type="title"/>
          </p:nvPr>
        </p:nvSpPr>
        <p:spPr>
          <a:xfrm>
            <a:off x="457200" y="274637"/>
            <a:ext cx="8229600" cy="868362"/>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lnSpc>
                <a:spcPct val="100000"/>
              </a:lnSpc>
              <a:spcBef>
                <a:spcPts val="0"/>
              </a:spcBef>
              <a:spcAft>
                <a:spcPts val="0"/>
              </a:spcAft>
              <a:buClr>
                <a:srgbClr val="000000"/>
              </a:buClr>
              <a:buSzPts val="1400"/>
              <a:buFont typeface="Arial"/>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47"/>
          <p:cNvSpPr txBox="1"/>
          <p:nvPr>
            <p:ph idx="1" type="body"/>
          </p:nvPr>
        </p:nvSpPr>
        <p:spPr>
          <a:xfrm>
            <a:off x="457200" y="1600200"/>
            <a:ext cx="4038599" cy="4525963"/>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40"/>
              </a:spcBef>
              <a:spcAft>
                <a:spcPts val="0"/>
              </a:spcAft>
              <a:buSzPts val="1400"/>
              <a:buChar char="•"/>
              <a:defRPr/>
            </a:lvl1pPr>
            <a:lvl2pPr indent="-317500" lvl="1" marL="914400" algn="l">
              <a:lnSpc>
                <a:spcPct val="100000"/>
              </a:lnSpc>
              <a:spcBef>
                <a:spcPts val="560"/>
              </a:spcBef>
              <a:spcAft>
                <a:spcPts val="0"/>
              </a:spcAft>
              <a:buSzPts val="1400"/>
              <a:buChar char="–"/>
              <a:defRPr/>
            </a:lvl2pPr>
            <a:lvl3pPr indent="-317500" lvl="2" marL="1371600" algn="l">
              <a:lnSpc>
                <a:spcPct val="100000"/>
              </a:lnSpc>
              <a:spcBef>
                <a:spcPts val="480"/>
              </a:spcBef>
              <a:spcAft>
                <a:spcPts val="0"/>
              </a:spcAft>
              <a:buSzPts val="14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100000"/>
              </a:lnSpc>
              <a:spcBef>
                <a:spcPts val="400"/>
              </a:spcBef>
              <a:spcAft>
                <a:spcPts val="0"/>
              </a:spcAft>
              <a:buSzPts val="1400"/>
              <a:buChar char="•"/>
              <a:defRPr/>
            </a:lvl6pPr>
            <a:lvl7pPr indent="-317500" lvl="6" marL="3200400" algn="l">
              <a:lnSpc>
                <a:spcPct val="100000"/>
              </a:lnSpc>
              <a:spcBef>
                <a:spcPts val="400"/>
              </a:spcBef>
              <a:spcAft>
                <a:spcPts val="0"/>
              </a:spcAft>
              <a:buSzPts val="1400"/>
              <a:buChar char="•"/>
              <a:defRPr/>
            </a:lvl7pPr>
            <a:lvl8pPr indent="-317500" lvl="7" marL="3657600" algn="l">
              <a:lnSpc>
                <a:spcPct val="100000"/>
              </a:lnSpc>
              <a:spcBef>
                <a:spcPts val="400"/>
              </a:spcBef>
              <a:spcAft>
                <a:spcPts val="0"/>
              </a:spcAft>
              <a:buSzPts val="1400"/>
              <a:buChar char="•"/>
              <a:defRPr/>
            </a:lvl8pPr>
            <a:lvl9pPr indent="-317500" lvl="8" marL="4114800" algn="l">
              <a:lnSpc>
                <a:spcPct val="100000"/>
              </a:lnSpc>
              <a:spcBef>
                <a:spcPts val="400"/>
              </a:spcBef>
              <a:spcAft>
                <a:spcPts val="0"/>
              </a:spcAft>
              <a:buSzPts val="1400"/>
              <a:buChar char="•"/>
              <a:defRPr/>
            </a:lvl9pPr>
          </a:lstStyle>
          <a:p/>
        </p:txBody>
      </p:sp>
      <p:sp>
        <p:nvSpPr>
          <p:cNvPr id="51" name="Google Shape;51;p47"/>
          <p:cNvSpPr txBox="1"/>
          <p:nvPr>
            <p:ph idx="2" type="body"/>
          </p:nvPr>
        </p:nvSpPr>
        <p:spPr>
          <a:xfrm>
            <a:off x="4648200" y="1600200"/>
            <a:ext cx="4038599" cy="4525963"/>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40"/>
              </a:spcBef>
              <a:spcAft>
                <a:spcPts val="0"/>
              </a:spcAft>
              <a:buSzPts val="1400"/>
              <a:buChar char="•"/>
              <a:defRPr/>
            </a:lvl1pPr>
            <a:lvl2pPr indent="-317500" lvl="1" marL="914400" algn="l">
              <a:lnSpc>
                <a:spcPct val="100000"/>
              </a:lnSpc>
              <a:spcBef>
                <a:spcPts val="560"/>
              </a:spcBef>
              <a:spcAft>
                <a:spcPts val="0"/>
              </a:spcAft>
              <a:buSzPts val="1400"/>
              <a:buChar char="–"/>
              <a:defRPr/>
            </a:lvl2pPr>
            <a:lvl3pPr indent="-317500" lvl="2" marL="1371600" algn="l">
              <a:lnSpc>
                <a:spcPct val="100000"/>
              </a:lnSpc>
              <a:spcBef>
                <a:spcPts val="480"/>
              </a:spcBef>
              <a:spcAft>
                <a:spcPts val="0"/>
              </a:spcAft>
              <a:buSzPts val="14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100000"/>
              </a:lnSpc>
              <a:spcBef>
                <a:spcPts val="400"/>
              </a:spcBef>
              <a:spcAft>
                <a:spcPts val="0"/>
              </a:spcAft>
              <a:buSzPts val="1400"/>
              <a:buChar char="•"/>
              <a:defRPr/>
            </a:lvl6pPr>
            <a:lvl7pPr indent="-317500" lvl="6" marL="3200400" algn="l">
              <a:lnSpc>
                <a:spcPct val="100000"/>
              </a:lnSpc>
              <a:spcBef>
                <a:spcPts val="400"/>
              </a:spcBef>
              <a:spcAft>
                <a:spcPts val="0"/>
              </a:spcAft>
              <a:buSzPts val="1400"/>
              <a:buChar char="•"/>
              <a:defRPr/>
            </a:lvl7pPr>
            <a:lvl8pPr indent="-317500" lvl="7" marL="3657600" algn="l">
              <a:lnSpc>
                <a:spcPct val="100000"/>
              </a:lnSpc>
              <a:spcBef>
                <a:spcPts val="400"/>
              </a:spcBef>
              <a:spcAft>
                <a:spcPts val="0"/>
              </a:spcAft>
              <a:buSzPts val="1400"/>
              <a:buChar char="•"/>
              <a:defRPr/>
            </a:lvl8pPr>
            <a:lvl9pPr indent="-317500" lvl="8" marL="4114800" algn="l">
              <a:lnSpc>
                <a:spcPct val="100000"/>
              </a:lnSpc>
              <a:spcBef>
                <a:spcPts val="400"/>
              </a:spcBef>
              <a:spcAft>
                <a:spcPts val="0"/>
              </a:spcAft>
              <a:buSzPts val="1400"/>
              <a:buChar char="•"/>
              <a:defRPr/>
            </a:lvl9pPr>
          </a:lstStyle>
          <a:p/>
        </p:txBody>
      </p:sp>
      <p:sp>
        <p:nvSpPr>
          <p:cNvPr id="52" name="Google Shape;52;p47"/>
          <p:cNvSpPr txBox="1"/>
          <p:nvPr>
            <p:ph idx="10" type="dt"/>
          </p:nvPr>
        </p:nvSpPr>
        <p:spPr>
          <a:xfrm>
            <a:off x="457200" y="6356350"/>
            <a:ext cx="2133599"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53" name="Google Shape;53;p47"/>
          <p:cNvSpPr txBox="1"/>
          <p:nvPr>
            <p:ph idx="11" type="ftr"/>
          </p:nvPr>
        </p:nvSpPr>
        <p:spPr>
          <a:xfrm>
            <a:off x="3048000" y="6553200"/>
            <a:ext cx="3809999" cy="304799"/>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54" name="Google Shape;54;p47"/>
          <p:cNvSpPr txBox="1"/>
          <p:nvPr>
            <p:ph idx="12" type="sldNum"/>
          </p:nvPr>
        </p:nvSpPr>
        <p:spPr>
          <a:xfrm>
            <a:off x="7010400" y="6492875"/>
            <a:ext cx="2133599" cy="3651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5" name="Shape 55"/>
        <p:cNvGrpSpPr/>
        <p:nvPr/>
      </p:nvGrpSpPr>
      <p:grpSpPr>
        <a:xfrm>
          <a:off x="0" y="0"/>
          <a:ext cx="0" cy="0"/>
          <a:chOff x="0" y="0"/>
          <a:chExt cx="0" cy="0"/>
        </a:xfrm>
      </p:grpSpPr>
      <p:sp>
        <p:nvSpPr>
          <p:cNvPr id="56" name="Google Shape;56;p48"/>
          <p:cNvSpPr txBox="1"/>
          <p:nvPr>
            <p:ph type="title"/>
          </p:nvPr>
        </p:nvSpPr>
        <p:spPr>
          <a:xfrm>
            <a:off x="457200" y="274637"/>
            <a:ext cx="8229600" cy="1143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lnSpc>
                <a:spcPct val="100000"/>
              </a:lnSpc>
              <a:spcBef>
                <a:spcPts val="0"/>
              </a:spcBef>
              <a:spcAft>
                <a:spcPts val="0"/>
              </a:spcAft>
              <a:buClr>
                <a:srgbClr val="000000"/>
              </a:buClr>
              <a:buSzPts val="1400"/>
              <a:buFont typeface="Arial"/>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48"/>
          <p:cNvSpPr txBox="1"/>
          <p:nvPr>
            <p:ph idx="10" type="dt"/>
          </p:nvPr>
        </p:nvSpPr>
        <p:spPr>
          <a:xfrm>
            <a:off x="457200" y="6356350"/>
            <a:ext cx="2133599"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58" name="Google Shape;58;p48"/>
          <p:cNvSpPr txBox="1"/>
          <p:nvPr>
            <p:ph idx="11" type="ftr"/>
          </p:nvPr>
        </p:nvSpPr>
        <p:spPr>
          <a:xfrm>
            <a:off x="2667000" y="6477000"/>
            <a:ext cx="3352799" cy="3810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59" name="Google Shape;59;p48"/>
          <p:cNvSpPr txBox="1"/>
          <p:nvPr>
            <p:ph idx="12" type="sldNum"/>
          </p:nvPr>
        </p:nvSpPr>
        <p:spPr>
          <a:xfrm>
            <a:off x="7010400" y="6492875"/>
            <a:ext cx="2133599" cy="3651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60" name="Shape 60"/>
        <p:cNvGrpSpPr/>
        <p:nvPr/>
      </p:nvGrpSpPr>
      <p:grpSpPr>
        <a:xfrm>
          <a:off x="0" y="0"/>
          <a:ext cx="0" cy="0"/>
          <a:chOff x="0" y="0"/>
          <a:chExt cx="0" cy="0"/>
        </a:xfrm>
      </p:grpSpPr>
      <p:sp>
        <p:nvSpPr>
          <p:cNvPr id="61" name="Google Shape;61;p49"/>
          <p:cNvSpPr txBox="1"/>
          <p:nvPr>
            <p:ph idx="10" type="dt"/>
          </p:nvPr>
        </p:nvSpPr>
        <p:spPr>
          <a:xfrm>
            <a:off x="457200" y="6356350"/>
            <a:ext cx="2133599"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62" name="Google Shape;62;p49"/>
          <p:cNvSpPr txBox="1"/>
          <p:nvPr>
            <p:ph idx="11" type="ftr"/>
          </p:nvPr>
        </p:nvSpPr>
        <p:spPr>
          <a:xfrm>
            <a:off x="2895600" y="6553200"/>
            <a:ext cx="3581399" cy="304799"/>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63" name="Google Shape;63;p49"/>
          <p:cNvSpPr txBox="1"/>
          <p:nvPr>
            <p:ph idx="12" type="sldNum"/>
          </p:nvPr>
        </p:nvSpPr>
        <p:spPr>
          <a:xfrm>
            <a:off x="7010400" y="6492875"/>
            <a:ext cx="2133599" cy="3651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Text, and 2 Content">
  <p:cSld name="Title, Text, and 2 Content">
    <p:spTree>
      <p:nvGrpSpPr>
        <p:cNvPr id="64" name="Shape 64"/>
        <p:cNvGrpSpPr/>
        <p:nvPr/>
      </p:nvGrpSpPr>
      <p:grpSpPr>
        <a:xfrm>
          <a:off x="0" y="0"/>
          <a:ext cx="0" cy="0"/>
          <a:chOff x="0" y="0"/>
          <a:chExt cx="0" cy="0"/>
        </a:xfrm>
      </p:grpSpPr>
      <p:sp>
        <p:nvSpPr>
          <p:cNvPr id="65" name="Google Shape;65;p50"/>
          <p:cNvSpPr txBox="1"/>
          <p:nvPr>
            <p:ph idx="1" type="body"/>
          </p:nvPr>
        </p:nvSpPr>
        <p:spPr>
          <a:xfrm>
            <a:off x="304800" y="381000"/>
            <a:ext cx="3962399" cy="5867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40"/>
              </a:spcBef>
              <a:spcAft>
                <a:spcPts val="0"/>
              </a:spcAft>
              <a:buSzPts val="1400"/>
              <a:buChar char="•"/>
              <a:defRPr/>
            </a:lvl1pPr>
            <a:lvl2pPr indent="-317500" lvl="1" marL="914400" algn="l">
              <a:lnSpc>
                <a:spcPct val="100000"/>
              </a:lnSpc>
              <a:spcBef>
                <a:spcPts val="560"/>
              </a:spcBef>
              <a:spcAft>
                <a:spcPts val="0"/>
              </a:spcAft>
              <a:buSzPts val="1400"/>
              <a:buChar char="–"/>
              <a:defRPr/>
            </a:lvl2pPr>
            <a:lvl3pPr indent="-317500" lvl="2" marL="1371600" algn="l">
              <a:lnSpc>
                <a:spcPct val="100000"/>
              </a:lnSpc>
              <a:spcBef>
                <a:spcPts val="480"/>
              </a:spcBef>
              <a:spcAft>
                <a:spcPts val="0"/>
              </a:spcAft>
              <a:buSzPts val="14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100000"/>
              </a:lnSpc>
              <a:spcBef>
                <a:spcPts val="400"/>
              </a:spcBef>
              <a:spcAft>
                <a:spcPts val="0"/>
              </a:spcAft>
              <a:buSzPts val="1400"/>
              <a:buChar char="•"/>
              <a:defRPr/>
            </a:lvl6pPr>
            <a:lvl7pPr indent="-317500" lvl="6" marL="3200400" algn="l">
              <a:lnSpc>
                <a:spcPct val="100000"/>
              </a:lnSpc>
              <a:spcBef>
                <a:spcPts val="400"/>
              </a:spcBef>
              <a:spcAft>
                <a:spcPts val="0"/>
              </a:spcAft>
              <a:buSzPts val="1400"/>
              <a:buChar char="•"/>
              <a:defRPr/>
            </a:lvl7pPr>
            <a:lvl8pPr indent="-317500" lvl="7" marL="3657600" algn="l">
              <a:lnSpc>
                <a:spcPct val="100000"/>
              </a:lnSpc>
              <a:spcBef>
                <a:spcPts val="400"/>
              </a:spcBef>
              <a:spcAft>
                <a:spcPts val="0"/>
              </a:spcAft>
              <a:buSzPts val="1400"/>
              <a:buChar char="•"/>
              <a:defRPr/>
            </a:lvl8pPr>
            <a:lvl9pPr indent="-317500" lvl="8" marL="4114800" algn="l">
              <a:lnSpc>
                <a:spcPct val="100000"/>
              </a:lnSpc>
              <a:spcBef>
                <a:spcPts val="400"/>
              </a:spcBef>
              <a:spcAft>
                <a:spcPts val="0"/>
              </a:spcAft>
              <a:buSzPts val="1400"/>
              <a:buChar char="•"/>
              <a:defRPr/>
            </a:lvl9pPr>
          </a:lstStyle>
          <a:p/>
        </p:txBody>
      </p:sp>
      <p:sp>
        <p:nvSpPr>
          <p:cNvPr id="66" name="Google Shape;66;p50"/>
          <p:cNvSpPr txBox="1"/>
          <p:nvPr>
            <p:ph idx="2" type="body"/>
          </p:nvPr>
        </p:nvSpPr>
        <p:spPr>
          <a:xfrm>
            <a:off x="4419600" y="381000"/>
            <a:ext cx="3962399" cy="2857499"/>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40"/>
              </a:spcBef>
              <a:spcAft>
                <a:spcPts val="0"/>
              </a:spcAft>
              <a:buSzPts val="1400"/>
              <a:buChar char="•"/>
              <a:defRPr/>
            </a:lvl1pPr>
            <a:lvl2pPr indent="-317500" lvl="1" marL="914400" algn="l">
              <a:lnSpc>
                <a:spcPct val="100000"/>
              </a:lnSpc>
              <a:spcBef>
                <a:spcPts val="560"/>
              </a:spcBef>
              <a:spcAft>
                <a:spcPts val="0"/>
              </a:spcAft>
              <a:buSzPts val="1400"/>
              <a:buChar char="–"/>
              <a:defRPr/>
            </a:lvl2pPr>
            <a:lvl3pPr indent="-317500" lvl="2" marL="1371600" algn="l">
              <a:lnSpc>
                <a:spcPct val="100000"/>
              </a:lnSpc>
              <a:spcBef>
                <a:spcPts val="480"/>
              </a:spcBef>
              <a:spcAft>
                <a:spcPts val="0"/>
              </a:spcAft>
              <a:buSzPts val="14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100000"/>
              </a:lnSpc>
              <a:spcBef>
                <a:spcPts val="400"/>
              </a:spcBef>
              <a:spcAft>
                <a:spcPts val="0"/>
              </a:spcAft>
              <a:buSzPts val="1400"/>
              <a:buChar char="•"/>
              <a:defRPr/>
            </a:lvl6pPr>
            <a:lvl7pPr indent="-317500" lvl="6" marL="3200400" algn="l">
              <a:lnSpc>
                <a:spcPct val="100000"/>
              </a:lnSpc>
              <a:spcBef>
                <a:spcPts val="400"/>
              </a:spcBef>
              <a:spcAft>
                <a:spcPts val="0"/>
              </a:spcAft>
              <a:buSzPts val="1400"/>
              <a:buChar char="•"/>
              <a:defRPr/>
            </a:lvl7pPr>
            <a:lvl8pPr indent="-317500" lvl="7" marL="3657600" algn="l">
              <a:lnSpc>
                <a:spcPct val="100000"/>
              </a:lnSpc>
              <a:spcBef>
                <a:spcPts val="400"/>
              </a:spcBef>
              <a:spcAft>
                <a:spcPts val="0"/>
              </a:spcAft>
              <a:buSzPts val="1400"/>
              <a:buChar char="•"/>
              <a:defRPr/>
            </a:lvl8pPr>
            <a:lvl9pPr indent="-317500" lvl="8" marL="4114800" algn="l">
              <a:lnSpc>
                <a:spcPct val="100000"/>
              </a:lnSpc>
              <a:spcBef>
                <a:spcPts val="400"/>
              </a:spcBef>
              <a:spcAft>
                <a:spcPts val="0"/>
              </a:spcAft>
              <a:buSzPts val="1400"/>
              <a:buChar char="•"/>
              <a:defRPr/>
            </a:lvl9pPr>
          </a:lstStyle>
          <a:p/>
        </p:txBody>
      </p:sp>
      <p:sp>
        <p:nvSpPr>
          <p:cNvPr id="67" name="Google Shape;67;p50"/>
          <p:cNvSpPr txBox="1"/>
          <p:nvPr>
            <p:ph idx="3" type="body"/>
          </p:nvPr>
        </p:nvSpPr>
        <p:spPr>
          <a:xfrm>
            <a:off x="4419600" y="3390900"/>
            <a:ext cx="3962399" cy="2857499"/>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40"/>
              </a:spcBef>
              <a:spcAft>
                <a:spcPts val="0"/>
              </a:spcAft>
              <a:buSzPts val="1400"/>
              <a:buChar char="•"/>
              <a:defRPr/>
            </a:lvl1pPr>
            <a:lvl2pPr indent="-317500" lvl="1" marL="914400" algn="l">
              <a:lnSpc>
                <a:spcPct val="100000"/>
              </a:lnSpc>
              <a:spcBef>
                <a:spcPts val="560"/>
              </a:spcBef>
              <a:spcAft>
                <a:spcPts val="0"/>
              </a:spcAft>
              <a:buSzPts val="1400"/>
              <a:buChar char="–"/>
              <a:defRPr/>
            </a:lvl2pPr>
            <a:lvl3pPr indent="-317500" lvl="2" marL="1371600" algn="l">
              <a:lnSpc>
                <a:spcPct val="100000"/>
              </a:lnSpc>
              <a:spcBef>
                <a:spcPts val="480"/>
              </a:spcBef>
              <a:spcAft>
                <a:spcPts val="0"/>
              </a:spcAft>
              <a:buSzPts val="14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100000"/>
              </a:lnSpc>
              <a:spcBef>
                <a:spcPts val="400"/>
              </a:spcBef>
              <a:spcAft>
                <a:spcPts val="0"/>
              </a:spcAft>
              <a:buSzPts val="1400"/>
              <a:buChar char="•"/>
              <a:defRPr/>
            </a:lvl6pPr>
            <a:lvl7pPr indent="-317500" lvl="6" marL="3200400" algn="l">
              <a:lnSpc>
                <a:spcPct val="100000"/>
              </a:lnSpc>
              <a:spcBef>
                <a:spcPts val="400"/>
              </a:spcBef>
              <a:spcAft>
                <a:spcPts val="0"/>
              </a:spcAft>
              <a:buSzPts val="1400"/>
              <a:buChar char="•"/>
              <a:defRPr/>
            </a:lvl7pPr>
            <a:lvl8pPr indent="-317500" lvl="7" marL="3657600" algn="l">
              <a:lnSpc>
                <a:spcPct val="100000"/>
              </a:lnSpc>
              <a:spcBef>
                <a:spcPts val="400"/>
              </a:spcBef>
              <a:spcAft>
                <a:spcPts val="0"/>
              </a:spcAft>
              <a:buSzPts val="1400"/>
              <a:buChar char="•"/>
              <a:defRPr/>
            </a:lvl8pPr>
            <a:lvl9pPr indent="-317500" lvl="8" marL="4114800" algn="l">
              <a:lnSpc>
                <a:spcPct val="100000"/>
              </a:lnSpc>
              <a:spcBef>
                <a:spcPts val="400"/>
              </a:spcBef>
              <a:spcAft>
                <a:spcPts val="0"/>
              </a:spcAft>
              <a:buSzPts val="1400"/>
              <a:buChar char="•"/>
              <a:defRPr/>
            </a:lvl9pPr>
          </a:lstStyle>
          <a:p/>
        </p:txBody>
      </p:sp>
      <p:sp>
        <p:nvSpPr>
          <p:cNvPr id="68" name="Google Shape;68;p50"/>
          <p:cNvSpPr txBox="1"/>
          <p:nvPr>
            <p:ph idx="10" type="dt"/>
          </p:nvPr>
        </p:nvSpPr>
        <p:spPr>
          <a:xfrm>
            <a:off x="457200" y="6356350"/>
            <a:ext cx="2133599"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69" name="Google Shape;69;p50"/>
          <p:cNvSpPr txBox="1"/>
          <p:nvPr>
            <p:ph idx="11" type="ftr"/>
          </p:nvPr>
        </p:nvSpPr>
        <p:spPr>
          <a:xfrm>
            <a:off x="2743200" y="6629400"/>
            <a:ext cx="3962399" cy="2286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a:lvl1pPr>
            <a:lvl2pPr lvl="1" marR="0" algn="l">
              <a:lnSpc>
                <a:spcPct val="100000"/>
              </a:lnSpc>
              <a:spcBef>
                <a:spcPts val="0"/>
              </a:spcBef>
              <a:spcAft>
                <a:spcPts val="0"/>
              </a:spcAft>
              <a:buClr>
                <a:srgbClr val="000000"/>
              </a:buClr>
              <a:buSzPts val="1400"/>
              <a:buFont typeface="Arial"/>
              <a:buNone/>
              <a:defRPr/>
            </a:lvl2pPr>
            <a:lvl3pPr lvl="2" marR="0" algn="l">
              <a:lnSpc>
                <a:spcPct val="100000"/>
              </a:lnSpc>
              <a:spcBef>
                <a:spcPts val="0"/>
              </a:spcBef>
              <a:spcAft>
                <a:spcPts val="0"/>
              </a:spcAft>
              <a:buClr>
                <a:srgbClr val="000000"/>
              </a:buClr>
              <a:buSzPts val="1400"/>
              <a:buFont typeface="Arial"/>
              <a:buNone/>
              <a:defRPr/>
            </a:lvl3pPr>
            <a:lvl4pPr lvl="3" marR="0" algn="l">
              <a:lnSpc>
                <a:spcPct val="100000"/>
              </a:lnSpc>
              <a:spcBef>
                <a:spcPts val="0"/>
              </a:spcBef>
              <a:spcAft>
                <a:spcPts val="0"/>
              </a:spcAft>
              <a:buClr>
                <a:srgbClr val="000000"/>
              </a:buClr>
              <a:buSzPts val="1400"/>
              <a:buFont typeface="Arial"/>
              <a:buNone/>
              <a:defRPr/>
            </a:lvl4pPr>
            <a:lvl5pPr lvl="4" marR="0" algn="l">
              <a:lnSpc>
                <a:spcPct val="100000"/>
              </a:lnSpc>
              <a:spcBef>
                <a:spcPts val="0"/>
              </a:spcBef>
              <a:spcAft>
                <a:spcPts val="0"/>
              </a:spcAft>
              <a:buClr>
                <a:srgbClr val="000000"/>
              </a:buClr>
              <a:buSzPts val="1400"/>
              <a:buFont typeface="Arial"/>
              <a:buNone/>
              <a:defRPr/>
            </a:lvl5pPr>
            <a:lvl6pPr lvl="5" marR="0" algn="l">
              <a:lnSpc>
                <a:spcPct val="100000"/>
              </a:lnSpc>
              <a:spcBef>
                <a:spcPts val="0"/>
              </a:spcBef>
              <a:spcAft>
                <a:spcPts val="0"/>
              </a:spcAft>
              <a:buClr>
                <a:srgbClr val="000000"/>
              </a:buClr>
              <a:buSzPts val="1400"/>
              <a:buFont typeface="Arial"/>
              <a:buNone/>
              <a:defRPr/>
            </a:lvl6pPr>
            <a:lvl7pPr lvl="6" marR="0" algn="l">
              <a:lnSpc>
                <a:spcPct val="100000"/>
              </a:lnSpc>
              <a:spcBef>
                <a:spcPts val="0"/>
              </a:spcBef>
              <a:spcAft>
                <a:spcPts val="0"/>
              </a:spcAft>
              <a:buClr>
                <a:srgbClr val="000000"/>
              </a:buClr>
              <a:buSzPts val="1400"/>
              <a:buFont typeface="Arial"/>
              <a:buNone/>
              <a:defRPr/>
            </a:lvl7pPr>
            <a:lvl8pPr lvl="7" marR="0" algn="l">
              <a:lnSpc>
                <a:spcPct val="100000"/>
              </a:lnSpc>
              <a:spcBef>
                <a:spcPts val="0"/>
              </a:spcBef>
              <a:spcAft>
                <a:spcPts val="0"/>
              </a:spcAft>
              <a:buClr>
                <a:srgbClr val="000000"/>
              </a:buClr>
              <a:buSzPts val="1400"/>
              <a:buFont typeface="Arial"/>
              <a:buNone/>
              <a:defRPr/>
            </a:lvl8pPr>
            <a:lvl9pPr lvl="8" marR="0" algn="l">
              <a:lnSpc>
                <a:spcPct val="100000"/>
              </a:lnSpc>
              <a:spcBef>
                <a:spcPts val="0"/>
              </a:spcBef>
              <a:spcAft>
                <a:spcPts val="0"/>
              </a:spcAft>
              <a:buClr>
                <a:srgbClr val="000000"/>
              </a:buClr>
              <a:buSzPts val="1400"/>
              <a:buFont typeface="Arial"/>
              <a:buNone/>
              <a:defRPr/>
            </a:lvl9pPr>
          </a:lstStyle>
          <a:p/>
        </p:txBody>
      </p:sp>
      <p:sp>
        <p:nvSpPr>
          <p:cNvPr id="70" name="Google Shape;70;p50"/>
          <p:cNvSpPr txBox="1"/>
          <p:nvPr>
            <p:ph idx="12" type="sldNum"/>
          </p:nvPr>
        </p:nvSpPr>
        <p:spPr>
          <a:xfrm>
            <a:off x="7010400" y="6492875"/>
            <a:ext cx="2133599" cy="365125"/>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41"/>
          <p:cNvSpPr txBox="1"/>
          <p:nvPr>
            <p:ph type="title"/>
          </p:nvPr>
        </p:nvSpPr>
        <p:spPr>
          <a:xfrm>
            <a:off x="457200" y="274637"/>
            <a:ext cx="8229600" cy="11430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sz="1800"/>
            </a:lvl3pPr>
            <a:lvl4pPr lvl="3" marR="0" rtl="0" algn="ctr">
              <a:spcBef>
                <a:spcPts val="0"/>
              </a:spcBef>
              <a:spcAft>
                <a:spcPts val="0"/>
              </a:spcAft>
              <a:buSzPts val="1400"/>
              <a:buNone/>
              <a:defRPr sz="1800"/>
            </a:lvl4pPr>
            <a:lvl5pPr lvl="4" marR="0" rtl="0" algn="ctr">
              <a:spcBef>
                <a:spcPts val="0"/>
              </a:spcBef>
              <a:spcAft>
                <a:spcPts val="0"/>
              </a:spcAft>
              <a:buSzPts val="1400"/>
              <a:buNone/>
              <a:defRPr sz="1800"/>
            </a:lvl5pPr>
            <a:lvl6pPr lvl="5" marR="0" rtl="0" algn="ctr">
              <a:spcBef>
                <a:spcPts val="0"/>
              </a:spcBef>
              <a:spcAft>
                <a:spcPts val="0"/>
              </a:spcAft>
              <a:buSzPts val="1400"/>
              <a:buNone/>
              <a:defRPr sz="1800"/>
            </a:lvl6pPr>
            <a:lvl7pPr lvl="6" marR="0" rtl="0" algn="ctr">
              <a:spcBef>
                <a:spcPts val="0"/>
              </a:spcBef>
              <a:spcAft>
                <a:spcPts val="0"/>
              </a:spcAft>
              <a:buSzPts val="1400"/>
              <a:buNone/>
              <a:defRPr sz="1800"/>
            </a:lvl7pPr>
            <a:lvl8pPr lvl="7" marR="0" rtl="0" algn="ctr">
              <a:spcBef>
                <a:spcPts val="0"/>
              </a:spcBef>
              <a:spcAft>
                <a:spcPts val="0"/>
              </a:spcAft>
              <a:buSzPts val="1400"/>
              <a:buNone/>
              <a:defRPr sz="1800"/>
            </a:lvl8pPr>
            <a:lvl9pPr lvl="8" marR="0" rtl="0" algn="ctr">
              <a:spcBef>
                <a:spcPts val="0"/>
              </a:spcBef>
              <a:spcAft>
                <a:spcPts val="0"/>
              </a:spcAft>
              <a:buSzPts val="1400"/>
              <a:buNone/>
              <a:defRPr sz="1800"/>
            </a:lvl9pPr>
          </a:lstStyle>
          <a:p/>
        </p:txBody>
      </p:sp>
      <p:sp>
        <p:nvSpPr>
          <p:cNvPr id="11" name="Google Shape;11;p41"/>
          <p:cNvSpPr txBox="1"/>
          <p:nvPr>
            <p:ph idx="1" type="body"/>
          </p:nvPr>
        </p:nvSpPr>
        <p:spPr>
          <a:xfrm>
            <a:off x="457200" y="1600200"/>
            <a:ext cx="8229600" cy="4525963"/>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640"/>
              </a:spcBef>
              <a:spcAft>
                <a:spcPts val="0"/>
              </a:spcAft>
              <a:buClr>
                <a:schemeClr val="dk1"/>
              </a:buClr>
              <a:buSzPts val="1400"/>
              <a:buFont typeface="Times New Roman"/>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560"/>
              </a:spcBef>
              <a:spcAft>
                <a:spcPts val="0"/>
              </a:spcAft>
              <a:buClr>
                <a:schemeClr val="dk1"/>
              </a:buClr>
              <a:buSzPts val="1400"/>
              <a:buFont typeface="Times New Roman"/>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480"/>
              </a:spcBef>
              <a:spcAft>
                <a:spcPts val="0"/>
              </a:spcAft>
              <a:buClr>
                <a:schemeClr val="dk1"/>
              </a:buClr>
              <a:buSzPts val="1400"/>
              <a:buFont typeface="Times New Roman"/>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400"/>
              </a:spcBef>
              <a:spcAft>
                <a:spcPts val="0"/>
              </a:spcAft>
              <a:buClr>
                <a:schemeClr val="dk1"/>
              </a:buClr>
              <a:buSzPts val="1400"/>
              <a:buFont typeface="Times New Roman"/>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400"/>
              </a:spcBef>
              <a:spcAft>
                <a:spcPts val="0"/>
              </a:spcAft>
              <a:buClr>
                <a:schemeClr val="dk1"/>
              </a:buClr>
              <a:buSzPts val="1400"/>
              <a:buFont typeface="Times New Roman"/>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400"/>
              </a:spcBef>
              <a:spcAft>
                <a:spcPts val="0"/>
              </a:spcAft>
              <a:buClr>
                <a:schemeClr val="dk1"/>
              </a:buClr>
              <a:buSzPts val="1400"/>
              <a:buFont typeface="Times New Roman"/>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400"/>
              </a:spcBef>
              <a:spcAft>
                <a:spcPts val="0"/>
              </a:spcAft>
              <a:buClr>
                <a:schemeClr val="dk1"/>
              </a:buClr>
              <a:buSzPts val="1400"/>
              <a:buFont typeface="Times New Roman"/>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400"/>
              </a:spcBef>
              <a:spcAft>
                <a:spcPts val="0"/>
              </a:spcAft>
              <a:buClr>
                <a:schemeClr val="dk1"/>
              </a:buClr>
              <a:buSzPts val="1400"/>
              <a:buFont typeface="Times New Roman"/>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400"/>
              </a:spcBef>
              <a:spcAft>
                <a:spcPts val="0"/>
              </a:spcAft>
              <a:buClr>
                <a:schemeClr val="dk1"/>
              </a:buClr>
              <a:buSzPts val="1400"/>
              <a:buFont typeface="Times New Roman"/>
              <a:buChar char="•"/>
              <a:defRPr b="0" i="0" sz="1400" u="none" cap="none" strike="noStrike">
                <a:solidFill>
                  <a:srgbClr val="000000"/>
                </a:solidFill>
                <a:latin typeface="Arial"/>
                <a:ea typeface="Arial"/>
                <a:cs typeface="Arial"/>
                <a:sym typeface="Arial"/>
              </a:defRPr>
            </a:lvl9pPr>
          </a:lstStyle>
          <a:p/>
        </p:txBody>
      </p:sp>
      <p:sp>
        <p:nvSpPr>
          <p:cNvPr id="12" name="Google Shape;12;p41"/>
          <p:cNvSpPr txBox="1"/>
          <p:nvPr>
            <p:ph idx="10" type="dt"/>
          </p:nvPr>
        </p:nvSpPr>
        <p:spPr>
          <a:xfrm>
            <a:off x="457200" y="6356350"/>
            <a:ext cx="2133599" cy="365125"/>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41"/>
          <p:cNvSpPr txBox="1"/>
          <p:nvPr>
            <p:ph idx="11" type="ftr"/>
          </p:nvPr>
        </p:nvSpPr>
        <p:spPr>
          <a:xfrm>
            <a:off x="3124200" y="6356350"/>
            <a:ext cx="2895600" cy="365125"/>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p41"/>
          <p:cNvSpPr txBox="1"/>
          <p:nvPr>
            <p:ph idx="12" type="sldNum"/>
          </p:nvPr>
        </p:nvSpPr>
        <p:spPr>
          <a:xfrm>
            <a:off x="6553200" y="6356350"/>
            <a:ext cx="2133599" cy="365125"/>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t/>
            </a:r>
            <a:endParaRPr/>
          </a:p>
        </p:txBody>
      </p:sp>
      <p:pic>
        <p:nvPicPr>
          <p:cNvPr id="15" name="Google Shape;15;p41"/>
          <p:cNvPicPr preferRelativeResize="0"/>
          <p:nvPr/>
        </p:nvPicPr>
        <p:blipFill rotWithShape="1">
          <a:blip r:embed="rId1">
            <a:alphaModFix/>
          </a:blip>
          <a:srcRect b="0" l="0" r="0" t="0"/>
          <a:stretch/>
        </p:blipFill>
        <p:spPr>
          <a:xfrm>
            <a:off x="3175" y="0"/>
            <a:ext cx="913765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hyperlink" Target="http://images.google.com/imgres?imgurl=www.uncwil.edu/sga/election.gif&amp;imgrefurl=http://www.uncwil.edu/sga/&amp;h=178&amp;w=178&amp;prev=/images?q=election&amp;start=80&amp;svnum=10&amp;hl=en&amp;lr=&amp;ie=UTF-8&amp;oe=UTF-8&amp;sa=N" TargetMode="External"/><Relationship Id="rId6" Type="http://schemas.openxmlformats.org/officeDocument/2006/relationships/image" Target="../media/image27.jpg"/><Relationship Id="rId7"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vmlDrawing" Target="../drawings/vmlDrawing1.vml"/><Relationship Id="rId4" Type="http://schemas.openxmlformats.org/officeDocument/2006/relationships/image" Target="../media/image29.png"/><Relationship Id="rId5" Type="http://schemas.openxmlformats.org/officeDocument/2006/relationships/oleObject" Target="../embeddings/Microsoft_Office_Word_97_-_2003_Document1.doc"/><Relationship Id="rId6" Type="http://schemas.openxmlformats.org/officeDocument/2006/relationships/oleObject" Target="../embeddings/Microsoft_Office_Word_97_-_2003_Document1.doc"/><Relationship Id="rId7"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5.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7.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1.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4.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6.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8.png"/><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5.png"/><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4" name="Shape 74"/>
        <p:cNvGrpSpPr/>
        <p:nvPr/>
      </p:nvGrpSpPr>
      <p:grpSpPr>
        <a:xfrm>
          <a:off x="0" y="0"/>
          <a:ext cx="0" cy="0"/>
          <a:chOff x="0" y="0"/>
          <a:chExt cx="0" cy="0"/>
        </a:xfrm>
      </p:grpSpPr>
      <p:sp>
        <p:nvSpPr>
          <p:cNvPr id="75" name="Google Shape;75;p1"/>
          <p:cNvSpPr txBox="1"/>
          <p:nvPr>
            <p:ph type="ctrTitle"/>
          </p:nvPr>
        </p:nvSpPr>
        <p:spPr>
          <a:xfrm>
            <a:off x="685800" y="381000"/>
            <a:ext cx="7924799" cy="60959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Times New Roman"/>
              <a:buNone/>
            </a:pPr>
            <a:r>
              <a:rPr b="1" lang="en-US" sz="3200">
                <a:solidFill>
                  <a:schemeClr val="dk1"/>
                </a:solidFill>
                <a:latin typeface="Times New Roman"/>
                <a:ea typeface="Times New Roman"/>
                <a:cs typeface="Times New Roman"/>
                <a:sym typeface="Times New Roman"/>
              </a:rPr>
              <a:t>Lesson 13</a:t>
            </a:r>
            <a:endParaRPr b="1" i="0" sz="3200" u="none" cap="none" strike="noStrike">
              <a:solidFill>
                <a:schemeClr val="dk1"/>
              </a:solidFill>
              <a:latin typeface="Times New Roman"/>
              <a:ea typeface="Times New Roman"/>
              <a:cs typeface="Times New Roman"/>
              <a:sym typeface="Times New Roman"/>
            </a:endParaRPr>
          </a:p>
        </p:txBody>
      </p:sp>
      <p:sp>
        <p:nvSpPr>
          <p:cNvPr id="76" name="Google Shape;76;p1"/>
          <p:cNvSpPr txBox="1"/>
          <p:nvPr>
            <p:ph idx="1" type="subTitle"/>
          </p:nvPr>
        </p:nvSpPr>
        <p:spPr>
          <a:xfrm>
            <a:off x="609600" y="1143000"/>
            <a:ext cx="7848599" cy="5257799"/>
          </a:xfrm>
          <a:prstGeom prst="rect">
            <a:avLst/>
          </a:prstGeom>
          <a:noFill/>
          <a:ln>
            <a:noFill/>
          </a:ln>
        </p:spPr>
        <p:txBody>
          <a:bodyPr anchorCtr="0" anchor="t" bIns="45700" lIns="91425" spcFirstLastPara="1" rIns="91425" wrap="square" tIns="45700">
            <a:noAutofit/>
          </a:bodyPr>
          <a:lstStyle/>
          <a:p>
            <a:pPr indent="0" lvl="1" marL="457200" marR="0" rtl="0" algn="l">
              <a:lnSpc>
                <a:spcPct val="100000"/>
              </a:lnSpc>
              <a:spcBef>
                <a:spcPts val="0"/>
              </a:spcBef>
              <a:spcAft>
                <a:spcPts val="0"/>
              </a:spcAft>
              <a:buClr>
                <a:srgbClr val="0070C0"/>
              </a:buClr>
              <a:buSzPts val="700"/>
              <a:buFont typeface="Times New Roman"/>
              <a:buNone/>
            </a:pPr>
            <a:br>
              <a:rPr b="0" i="0" lang="en-US" sz="2800" u="none" cap="none" strike="noStrike">
                <a:solidFill>
                  <a:srgbClr val="888888"/>
                </a:solidFill>
                <a:latin typeface="Times New Roman"/>
                <a:ea typeface="Times New Roman"/>
                <a:cs typeface="Times New Roman"/>
                <a:sym typeface="Times New Roman"/>
              </a:rPr>
            </a:br>
            <a:r>
              <a:rPr b="1" i="0" lang="en-US" sz="4400" u="none" cap="none" strike="noStrike">
                <a:solidFill>
                  <a:srgbClr val="0070C0"/>
                </a:solidFill>
                <a:latin typeface="Times New Roman"/>
                <a:ea typeface="Times New Roman"/>
                <a:cs typeface="Times New Roman"/>
                <a:sym typeface="Times New Roman"/>
              </a:rPr>
              <a:t>Logics</a:t>
            </a:r>
            <a:endParaRPr/>
          </a:p>
          <a:p>
            <a:pPr indent="0" lvl="1" marL="457200" marR="0" rtl="0" algn="l">
              <a:lnSpc>
                <a:spcPct val="100000"/>
              </a:lnSpc>
              <a:spcBef>
                <a:spcPts val="880"/>
              </a:spcBef>
              <a:spcAft>
                <a:spcPts val="0"/>
              </a:spcAft>
              <a:buClr>
                <a:srgbClr val="0070C0"/>
              </a:buClr>
              <a:buSzPts val="800"/>
              <a:buFont typeface="Times New Roman"/>
              <a:buNone/>
            </a:pPr>
            <a:r>
              <a:rPr lang="en-US" sz="3200">
                <a:solidFill>
                  <a:schemeClr val="dk2"/>
                </a:solidFill>
                <a:latin typeface="Times New Roman"/>
                <a:ea typeface="Times New Roman"/>
                <a:cs typeface="Times New Roman"/>
                <a:sym typeface="Times New Roman"/>
              </a:rPr>
              <a:t>Discrete Mathematics </a:t>
            </a:r>
            <a:r>
              <a:rPr b="0" i="0" lang="en-US" sz="3200" u="none" cap="none" strike="noStrike">
                <a:solidFill>
                  <a:schemeClr val="dk2"/>
                </a:solidFill>
                <a:latin typeface="Times New Roman"/>
                <a:ea typeface="Times New Roman"/>
                <a:cs typeface="Times New Roman"/>
                <a:sym typeface="Times New Roman"/>
              </a:rPr>
              <a:t>on 2013-2014</a:t>
            </a:r>
            <a:endParaRPr/>
          </a:p>
          <a:p>
            <a:pPr indent="0" lvl="0" marL="0" marR="0" rtl="0" algn="ctr">
              <a:lnSpc>
                <a:spcPct val="100000"/>
              </a:lnSpc>
              <a:spcBef>
                <a:spcPts val="480"/>
              </a:spcBef>
              <a:spcAft>
                <a:spcPts val="0"/>
              </a:spcAft>
              <a:buClr>
                <a:srgbClr val="888888"/>
              </a:buClr>
              <a:buSzPts val="3200"/>
              <a:buFont typeface="Times New Roman"/>
              <a:buNone/>
            </a:pPr>
            <a:r>
              <a:t/>
            </a:r>
            <a:endParaRPr b="0" i="0" sz="3200" u="none" cap="none" strike="noStrike">
              <a:solidFill>
                <a:schemeClr val="dk2"/>
              </a:solidFill>
              <a:latin typeface="Times New Roman"/>
              <a:ea typeface="Times New Roman"/>
              <a:cs typeface="Times New Roman"/>
              <a:sym typeface="Times New Roman"/>
            </a:endParaRPr>
          </a:p>
        </p:txBody>
      </p:sp>
      <p:sp>
        <p:nvSpPr>
          <p:cNvPr id="77" name="Google Shape;77;p1"/>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
        <p:nvSpPr>
          <p:cNvPr id="78" name="Google Shape;78;p1"/>
          <p:cNvSpPr txBox="1"/>
          <p:nvPr/>
        </p:nvSpPr>
        <p:spPr>
          <a:xfrm>
            <a:off x="4953000" y="5037512"/>
            <a:ext cx="3809999" cy="1231106"/>
          </a:xfrm>
          <a:prstGeom prst="rect">
            <a:avLst/>
          </a:prstGeom>
          <a:noFill/>
          <a:ln>
            <a:noFill/>
          </a:ln>
        </p:spPr>
        <p:txBody>
          <a:bodyPr anchorCtr="0" anchor="t" bIns="45700" lIns="91425" spcFirstLastPara="1" rIns="91425" wrap="square" tIns="45700">
            <a:noAutofit/>
          </a:bodyPr>
          <a:lstStyle/>
          <a:p>
            <a:pPr indent="0" lvl="3" marL="1371600" marR="0" rtl="0" algn="l">
              <a:lnSpc>
                <a:spcPct val="100000"/>
              </a:lnSpc>
              <a:spcBef>
                <a:spcPts val="0"/>
              </a:spcBef>
              <a:spcAft>
                <a:spcPts val="0"/>
              </a:spcAft>
              <a:buClr>
                <a:schemeClr val="dk1"/>
              </a:buClr>
              <a:buSzPts val="350"/>
              <a:buFont typeface="Libre Baskerville"/>
              <a:buNone/>
            </a:pPr>
            <a:r>
              <a:rPr b="1" i="0" lang="en-US" sz="1400" u="none" cap="none" strike="noStrike">
                <a:solidFill>
                  <a:schemeClr val="dk1"/>
                </a:solidFill>
                <a:latin typeface="Libre Baskerville"/>
                <a:ea typeface="Libre Baskerville"/>
                <a:cs typeface="Libre Baskerville"/>
                <a:sym typeface="Libre Baskerville"/>
              </a:rPr>
              <a:t>Nguyen Van Hieu</a:t>
            </a:r>
            <a:endParaRPr/>
          </a:p>
          <a:p>
            <a:pPr indent="0" lvl="1" marL="457200" marR="0" rtl="0" algn="l">
              <a:lnSpc>
                <a:spcPct val="100000"/>
              </a:lnSpc>
              <a:spcBef>
                <a:spcPts val="0"/>
              </a:spcBef>
              <a:spcAft>
                <a:spcPts val="0"/>
              </a:spcAft>
              <a:buClr>
                <a:schemeClr val="dk1"/>
              </a:buClr>
              <a:buSzPts val="350"/>
              <a:buFont typeface="Times New Roman"/>
              <a:buNone/>
            </a:pPr>
            <a:r>
              <a:rPr b="0" i="0" lang="en-US" sz="1400" u="none" cap="none" strike="noStrike">
                <a:solidFill>
                  <a:schemeClr val="dk1"/>
                </a:solidFill>
                <a:latin typeface="Times New Roman"/>
                <a:ea typeface="Times New Roman"/>
                <a:cs typeface="Times New Roman"/>
                <a:sym typeface="Times New Roman"/>
              </a:rPr>
              <a:t>I</a:t>
            </a:r>
            <a:r>
              <a:rPr b="0" i="0" lang="en-US" sz="1400" u="none" cap="none" strike="noStrike">
                <a:solidFill>
                  <a:schemeClr val="dk1"/>
                </a:solidFill>
                <a:latin typeface="Libre Baskerville"/>
                <a:ea typeface="Libre Baskerville"/>
                <a:cs typeface="Libre Baskerville"/>
                <a:sym typeface="Libre Baskerville"/>
              </a:rPr>
              <a:t>nformation Technology</a:t>
            </a:r>
            <a:r>
              <a:rPr b="0" i="0" lang="en-US" sz="1400" u="none" cap="none" strike="noStrike">
                <a:solidFill>
                  <a:schemeClr val="dk1"/>
                </a:solidFill>
                <a:latin typeface="Times New Roman"/>
                <a:ea typeface="Times New Roman"/>
                <a:cs typeface="Times New Roman"/>
                <a:sym typeface="Times New Roman"/>
              </a:rPr>
              <a:t> Faculty</a:t>
            </a:r>
            <a:r>
              <a:rPr b="0" i="0" lang="en-US" sz="1400" u="none" cap="none" strike="noStrike">
                <a:solidFill>
                  <a:schemeClr val="dk1"/>
                </a:solidFill>
                <a:latin typeface="Libre Baskerville"/>
                <a:ea typeface="Libre Baskerville"/>
                <a:cs typeface="Libre Baskerville"/>
                <a:sym typeface="Libre Baskerville"/>
              </a:rPr>
              <a:t> </a:t>
            </a:r>
            <a:endParaRPr/>
          </a:p>
          <a:p>
            <a:pPr indent="0" lvl="0" marL="0" marR="0" rtl="0" algn="l">
              <a:lnSpc>
                <a:spcPct val="100000"/>
              </a:lnSpc>
              <a:spcBef>
                <a:spcPts val="0"/>
              </a:spcBef>
              <a:spcAft>
                <a:spcPts val="0"/>
              </a:spcAft>
              <a:buClr>
                <a:schemeClr val="dk1"/>
              </a:buClr>
              <a:buSzPts val="350"/>
              <a:buFont typeface="Libre Baskerville"/>
              <a:buNone/>
            </a:pPr>
            <a:r>
              <a:rPr b="0" i="0" lang="en-US" sz="1400" u="none" cap="none" strike="noStrike">
                <a:solidFill>
                  <a:schemeClr val="dk1"/>
                </a:solidFill>
                <a:latin typeface="Libre Baskerville"/>
                <a:ea typeface="Libre Baskerville"/>
                <a:cs typeface="Libre Baskerville"/>
                <a:sym typeface="Libre Baskerville"/>
              </a:rPr>
              <a:t>The </a:t>
            </a:r>
            <a:r>
              <a:rPr b="0" i="0" lang="en-US" sz="1400" u="none" cap="none" strike="noStrike">
                <a:solidFill>
                  <a:schemeClr val="dk1"/>
                </a:solidFill>
                <a:latin typeface="Times New Roman"/>
                <a:ea typeface="Times New Roman"/>
                <a:cs typeface="Times New Roman"/>
                <a:sym typeface="Times New Roman"/>
              </a:rPr>
              <a:t>University</a:t>
            </a:r>
            <a:r>
              <a:rPr b="0" i="0" lang="en-US" sz="1400" u="none" cap="none" strike="noStrike">
                <a:solidFill>
                  <a:schemeClr val="dk1"/>
                </a:solidFill>
                <a:latin typeface="Libre Baskerville"/>
                <a:ea typeface="Libre Baskerville"/>
                <a:cs typeface="Libre Baskerville"/>
                <a:sym typeface="Libre Baskerville"/>
              </a:rPr>
              <a:t> </a:t>
            </a:r>
            <a:r>
              <a:rPr b="0" i="0" lang="en-US" sz="1400" u="none" cap="none" strike="noStrike">
                <a:solidFill>
                  <a:schemeClr val="dk1"/>
                </a:solidFill>
                <a:latin typeface="Times New Roman"/>
                <a:ea typeface="Times New Roman"/>
                <a:cs typeface="Times New Roman"/>
                <a:sym typeface="Times New Roman"/>
              </a:rPr>
              <a:t>of Danang</a:t>
            </a:r>
            <a:r>
              <a:rPr b="0" i="0" lang="en-US" sz="1400" u="none" cap="none" strike="noStrike">
                <a:solidFill>
                  <a:schemeClr val="dk1"/>
                </a:solidFill>
                <a:latin typeface="Libre Baskerville"/>
                <a:ea typeface="Libre Baskerville"/>
                <a:cs typeface="Libre Baskerville"/>
                <a:sym typeface="Libre Baskerville"/>
              </a:rPr>
              <a:t>, University of Science and Technology (UD-UST)</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Libre Baskerville"/>
              <a:ea typeface="Libre Baskerville"/>
              <a:cs typeface="Libre Baskerville"/>
              <a:sym typeface="Libre Baskerville"/>
            </a:endParaRP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2" name="Shape 82"/>
        <p:cNvGrpSpPr/>
        <p:nvPr/>
      </p:nvGrpSpPr>
      <p:grpSpPr>
        <a:xfrm>
          <a:off x="0" y="0"/>
          <a:ext cx="0" cy="0"/>
          <a:chOff x="0" y="0"/>
          <a:chExt cx="0" cy="0"/>
        </a:xfrm>
      </p:grpSpPr>
      <p:sp>
        <p:nvSpPr>
          <p:cNvPr id="83" name="Google Shape;83;p2"/>
          <p:cNvSpPr txBox="1"/>
          <p:nvPr>
            <p:ph type="title"/>
          </p:nvPr>
        </p:nvSpPr>
        <p:spPr>
          <a:xfrm>
            <a:off x="457200" y="381000"/>
            <a:ext cx="8229600" cy="685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B0F0"/>
              </a:buClr>
              <a:buSzPts val="3200"/>
              <a:buFont typeface="Arial"/>
              <a:buNone/>
            </a:pPr>
            <a:r>
              <a:rPr b="1" lang="en-US" sz="3200">
                <a:solidFill>
                  <a:srgbClr val="00B0F0"/>
                </a:solidFill>
              </a:rPr>
              <a:t>Content</a:t>
            </a:r>
            <a:endParaRPr b="1" sz="3200">
              <a:solidFill>
                <a:srgbClr val="00B0F0"/>
              </a:solidFill>
            </a:endParaRPr>
          </a:p>
        </p:txBody>
      </p:sp>
      <p:sp>
        <p:nvSpPr>
          <p:cNvPr id="84" name="Google Shape;84;p2"/>
          <p:cNvSpPr txBox="1"/>
          <p:nvPr>
            <p:ph idx="1" type="body"/>
          </p:nvPr>
        </p:nvSpPr>
        <p:spPr>
          <a:xfrm>
            <a:off x="1524000" y="1600201"/>
            <a:ext cx="6324600" cy="2971800"/>
          </a:xfrm>
          <a:prstGeom prst="rect">
            <a:avLst/>
          </a:prstGeom>
          <a:solidFill>
            <a:srgbClr val="EAEAEA"/>
          </a:solidFill>
          <a:ln>
            <a:noFill/>
          </a:ln>
        </p:spPr>
        <p:txBody>
          <a:bodyPr anchorCtr="0" anchor="t" bIns="91425" lIns="91425" spcFirstLastPara="1" rIns="91425" wrap="square" tIns="91425">
            <a:noAutofit/>
          </a:bodyPr>
          <a:lstStyle/>
          <a:p>
            <a:pPr indent="-139700" lvl="0" marL="342900" rtl="0" algn="l">
              <a:lnSpc>
                <a:spcPct val="100000"/>
              </a:lnSpc>
              <a:spcBef>
                <a:spcPts val="0"/>
              </a:spcBef>
              <a:spcAft>
                <a:spcPts val="0"/>
              </a:spcAft>
              <a:buSzPts val="2000"/>
              <a:buChar char="•"/>
            </a:pPr>
            <a:r>
              <a:rPr b="1" i="1" lang="en-US" sz="2000">
                <a:solidFill>
                  <a:srgbClr val="0070C0"/>
                </a:solidFill>
                <a:latin typeface="Arial"/>
                <a:ea typeface="Arial"/>
                <a:cs typeface="Arial"/>
                <a:sym typeface="Arial"/>
              </a:rPr>
              <a:t>Introduction</a:t>
            </a:r>
            <a:endParaRPr/>
          </a:p>
          <a:p>
            <a:pPr indent="-139700" lvl="0" marL="342900" rtl="0" algn="l">
              <a:lnSpc>
                <a:spcPct val="100000"/>
              </a:lnSpc>
              <a:spcBef>
                <a:spcPts val="640"/>
              </a:spcBef>
              <a:spcAft>
                <a:spcPts val="0"/>
              </a:spcAft>
              <a:buSzPts val="2000"/>
              <a:buChar char="•"/>
            </a:pPr>
            <a:r>
              <a:rPr b="1" i="1" lang="en-US" sz="2000">
                <a:solidFill>
                  <a:srgbClr val="0070C0"/>
                </a:solidFill>
                <a:latin typeface="Arial"/>
                <a:ea typeface="Arial"/>
                <a:cs typeface="Arial"/>
                <a:sym typeface="Arial"/>
              </a:rPr>
              <a:t>Propositional Logic</a:t>
            </a:r>
            <a:endParaRPr/>
          </a:p>
          <a:p>
            <a:pPr indent="-139700" lvl="0" marL="342900" rtl="0" algn="l">
              <a:lnSpc>
                <a:spcPct val="100000"/>
              </a:lnSpc>
              <a:spcBef>
                <a:spcPts val="640"/>
              </a:spcBef>
              <a:spcAft>
                <a:spcPts val="0"/>
              </a:spcAft>
              <a:buSzPts val="2000"/>
              <a:buChar char="•"/>
            </a:pPr>
            <a:r>
              <a:rPr b="1" i="1" lang="en-US" sz="2000">
                <a:solidFill>
                  <a:srgbClr val="0070C0"/>
                </a:solidFill>
                <a:latin typeface="Arial"/>
                <a:ea typeface="Arial"/>
                <a:cs typeface="Arial"/>
                <a:sym typeface="Arial"/>
              </a:rPr>
              <a:t>Compound proposition</a:t>
            </a:r>
            <a:endParaRPr/>
          </a:p>
          <a:p>
            <a:pPr indent="-139700" lvl="0" marL="342900" rtl="0" algn="l">
              <a:lnSpc>
                <a:spcPct val="100000"/>
              </a:lnSpc>
              <a:spcBef>
                <a:spcPts val="640"/>
              </a:spcBef>
              <a:spcAft>
                <a:spcPts val="0"/>
              </a:spcAft>
              <a:buSzPts val="2000"/>
              <a:buChar char="•"/>
            </a:pPr>
            <a:r>
              <a:rPr b="1" i="1" lang="en-US" sz="2000">
                <a:solidFill>
                  <a:srgbClr val="0070C0"/>
                </a:solidFill>
                <a:latin typeface="Arial"/>
                <a:ea typeface="Arial"/>
                <a:cs typeface="Arial"/>
                <a:sym typeface="Arial"/>
              </a:rPr>
              <a:t>Translating Natural Sentences</a:t>
            </a:r>
            <a:endParaRPr/>
          </a:p>
          <a:p>
            <a:pPr indent="-139700" lvl="0" marL="342900" rtl="0" algn="l">
              <a:lnSpc>
                <a:spcPct val="100000"/>
              </a:lnSpc>
              <a:spcBef>
                <a:spcPts val="640"/>
              </a:spcBef>
              <a:spcAft>
                <a:spcPts val="0"/>
              </a:spcAft>
              <a:buSzPts val="2000"/>
              <a:buChar char="•"/>
            </a:pPr>
            <a:r>
              <a:rPr b="1" i="1" lang="en-US" sz="2000">
                <a:solidFill>
                  <a:srgbClr val="0070C0"/>
                </a:solidFill>
                <a:latin typeface="Arial"/>
                <a:ea typeface="Arial"/>
                <a:cs typeface="Arial"/>
                <a:sym typeface="Arial"/>
              </a:rPr>
              <a:t>Logical Equivalences</a:t>
            </a:r>
            <a:endParaRPr/>
          </a:p>
          <a:p>
            <a:pPr indent="-139700" lvl="0" marL="342900" rtl="0" algn="l">
              <a:lnSpc>
                <a:spcPct val="100000"/>
              </a:lnSpc>
              <a:spcBef>
                <a:spcPts val="640"/>
              </a:spcBef>
              <a:spcAft>
                <a:spcPts val="0"/>
              </a:spcAft>
              <a:buSzPts val="2000"/>
              <a:buChar char="•"/>
            </a:pPr>
            <a:r>
              <a:rPr b="1" i="1" lang="en-US" sz="2000">
                <a:solidFill>
                  <a:srgbClr val="0070C0"/>
                </a:solidFill>
                <a:latin typeface="Arial"/>
                <a:ea typeface="Arial"/>
                <a:cs typeface="Arial"/>
                <a:sym typeface="Arial"/>
              </a:rPr>
              <a:t>Exercise</a:t>
            </a:r>
            <a:endParaRPr i="1" sz="2000">
              <a:solidFill>
                <a:srgbClr val="0070C0"/>
              </a:solidFill>
              <a:latin typeface="Arial"/>
              <a:ea typeface="Arial"/>
              <a:cs typeface="Arial"/>
              <a:sym typeface="Arial"/>
            </a:endParaRPr>
          </a:p>
          <a:p>
            <a:pPr indent="-50800" lvl="0" marL="342900" rtl="0" algn="l">
              <a:lnSpc>
                <a:spcPct val="100000"/>
              </a:lnSpc>
              <a:spcBef>
                <a:spcPts val="640"/>
              </a:spcBef>
              <a:spcAft>
                <a:spcPts val="0"/>
              </a:spcAft>
              <a:buSzPts val="1400"/>
              <a:buNone/>
            </a:pPr>
            <a:r>
              <a:t/>
            </a:r>
            <a:endParaRPr/>
          </a:p>
        </p:txBody>
      </p:sp>
      <p:sp>
        <p:nvSpPr>
          <p:cNvPr id="85" name="Google Shape;85;p2"/>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a:t>
            </a:r>
            <a:r>
              <a:rPr b="1" lang="en-US" sz="1200">
                <a:solidFill>
                  <a:srgbClr val="FF0000"/>
                </a:solidFill>
                <a:latin typeface="Times New Roman"/>
                <a:ea typeface="Times New Roman"/>
                <a:cs typeface="Times New Roman"/>
                <a:sym typeface="Times New Roman"/>
              </a:rPr>
              <a:t>Discrete Mathematics</a:t>
            </a:r>
            <a:endParaRPr b="1" sz="1200">
              <a:solidFill>
                <a:srgbClr val="FF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 name="Shape 89"/>
        <p:cNvGrpSpPr/>
        <p:nvPr/>
      </p:nvGrpSpPr>
      <p:grpSpPr>
        <a:xfrm>
          <a:off x="0" y="0"/>
          <a:ext cx="0" cy="0"/>
          <a:chOff x="0" y="0"/>
          <a:chExt cx="0" cy="0"/>
        </a:xfrm>
      </p:grpSpPr>
      <p:sp>
        <p:nvSpPr>
          <p:cNvPr id="90" name="Google Shape;90;p3"/>
          <p:cNvSpPr txBox="1"/>
          <p:nvPr>
            <p:ph idx="1" type="body"/>
          </p:nvPr>
        </p:nvSpPr>
        <p:spPr>
          <a:xfrm>
            <a:off x="457200" y="1535112"/>
            <a:ext cx="4040187" cy="639762"/>
          </a:xfrm>
          <a:prstGeom prst="rect">
            <a:avLst/>
          </a:prstGeom>
          <a:solidFill>
            <a:srgbClr val="00B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Font typeface="Times New Roman"/>
              <a:buNone/>
            </a:pPr>
            <a:r>
              <a:rPr b="1" lang="en-US" sz="2400"/>
              <a:t>Logic là gì?</a:t>
            </a:r>
            <a:endParaRPr b="1" sz="2400"/>
          </a:p>
        </p:txBody>
      </p:sp>
      <p:sp>
        <p:nvSpPr>
          <p:cNvPr id="91" name="Google Shape;91;p3"/>
          <p:cNvSpPr txBox="1"/>
          <p:nvPr>
            <p:ph idx="2" type="body"/>
          </p:nvPr>
        </p:nvSpPr>
        <p:spPr>
          <a:xfrm>
            <a:off x="457200" y="2174875"/>
            <a:ext cx="4040187" cy="3951287"/>
          </a:xfrm>
          <a:prstGeom prst="rect">
            <a:avLst/>
          </a:prstGeom>
          <a:solidFill>
            <a:srgbClr val="EAEAEA"/>
          </a:solidFill>
          <a:ln>
            <a:noFill/>
          </a:ln>
        </p:spPr>
        <p:txBody>
          <a:bodyPr anchorCtr="0" anchor="t" bIns="91425" lIns="91425" spcFirstLastPara="1" rIns="91425" wrap="square" tIns="91425">
            <a:noAutofit/>
          </a:bodyPr>
          <a:lstStyle/>
          <a:p>
            <a:pPr indent="-139700" lvl="0" marL="342900" rtl="0" algn="l">
              <a:lnSpc>
                <a:spcPct val="100000"/>
              </a:lnSpc>
              <a:spcBef>
                <a:spcPts val="0"/>
              </a:spcBef>
              <a:spcAft>
                <a:spcPts val="0"/>
              </a:spcAft>
              <a:buSzPts val="2000"/>
              <a:buFont typeface="Noto Sans Symbols"/>
              <a:buChar char="▪"/>
            </a:pPr>
            <a:r>
              <a:rPr lang="en-US" sz="2000"/>
              <a:t>Là một nhấn của triết học và toán học nghiên cứu về nguyên tắc, phương pháp và và tiêu chuẩn hình thức cho sự hợp lệ của suy luận và kiến thức.</a:t>
            </a:r>
            <a:endParaRPr/>
          </a:p>
          <a:p>
            <a:pPr indent="-139700" lvl="0" marL="342900" rtl="0" algn="l">
              <a:lnSpc>
                <a:spcPct val="100000"/>
              </a:lnSpc>
              <a:spcBef>
                <a:spcPts val="640"/>
              </a:spcBef>
              <a:spcAft>
                <a:spcPts val="0"/>
              </a:spcAft>
              <a:buSzPts val="2000"/>
              <a:buFont typeface="Noto Sans Symbols"/>
              <a:buChar char="▪"/>
            </a:pPr>
            <a:r>
              <a:rPr lang="en-US" sz="2000"/>
              <a:t>Là khoa học </a:t>
            </a:r>
            <a:r>
              <a:rPr lang="en-US" sz="2000">
                <a:solidFill>
                  <a:srgbClr val="FF0000"/>
                </a:solidFill>
              </a:rPr>
              <a:t>ước lượng </a:t>
            </a:r>
            <a:r>
              <a:rPr lang="en-US" sz="2000"/>
              <a:t>các suy luận</a:t>
            </a:r>
            <a:endParaRPr sz="2000"/>
          </a:p>
          <a:p>
            <a:pPr indent="-139700" lvl="0" marL="342900" rtl="0" algn="l">
              <a:lnSpc>
                <a:spcPct val="100000"/>
              </a:lnSpc>
              <a:spcBef>
                <a:spcPts val="640"/>
              </a:spcBef>
              <a:spcAft>
                <a:spcPts val="0"/>
              </a:spcAft>
              <a:buSzPts val="2000"/>
              <a:buFont typeface="Noto Sans Symbols"/>
              <a:buChar char="▪"/>
            </a:pPr>
            <a:r>
              <a:rPr lang="en-US" sz="2000"/>
              <a:t>Xác định </a:t>
            </a:r>
            <a:r>
              <a:rPr lang="en-US" sz="2000">
                <a:solidFill>
                  <a:srgbClr val="FF0000"/>
                </a:solidFill>
              </a:rPr>
              <a:t>ý nghĩa chính xác </a:t>
            </a:r>
            <a:r>
              <a:rPr lang="en-US" sz="2000"/>
              <a:t>của một lý luận</a:t>
            </a:r>
            <a:endParaRPr sz="2000"/>
          </a:p>
          <a:p>
            <a:pPr indent="-50800" lvl="0" marL="342900" rtl="0" algn="l">
              <a:lnSpc>
                <a:spcPct val="100000"/>
              </a:lnSpc>
              <a:spcBef>
                <a:spcPts val="640"/>
              </a:spcBef>
              <a:spcAft>
                <a:spcPts val="0"/>
              </a:spcAft>
              <a:buSzPts val="1400"/>
              <a:buNone/>
            </a:pPr>
            <a:r>
              <a:t/>
            </a:r>
            <a:endParaRPr/>
          </a:p>
        </p:txBody>
      </p:sp>
      <p:sp>
        <p:nvSpPr>
          <p:cNvPr id="92" name="Google Shape;92;p3"/>
          <p:cNvSpPr txBox="1"/>
          <p:nvPr>
            <p:ph idx="3" type="body"/>
          </p:nvPr>
        </p:nvSpPr>
        <p:spPr>
          <a:xfrm>
            <a:off x="4645025" y="1535112"/>
            <a:ext cx="4041774" cy="639762"/>
          </a:xfrm>
          <a:prstGeom prst="rect">
            <a:avLst/>
          </a:prstGeom>
          <a:solidFill>
            <a:srgbClr val="00B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Font typeface="Times New Roman"/>
              <a:buNone/>
            </a:pPr>
            <a:r>
              <a:rPr b="1" lang="en-US" sz="2400"/>
              <a:t>Logic dùng để làm gì?</a:t>
            </a:r>
            <a:endParaRPr b="1" sz="2400"/>
          </a:p>
        </p:txBody>
      </p:sp>
      <p:sp>
        <p:nvSpPr>
          <p:cNvPr id="93" name="Google Shape;93;p3"/>
          <p:cNvSpPr txBox="1"/>
          <p:nvPr>
            <p:ph idx="4" type="body"/>
          </p:nvPr>
        </p:nvSpPr>
        <p:spPr>
          <a:xfrm>
            <a:off x="4645025" y="2174875"/>
            <a:ext cx="4041774" cy="3951287"/>
          </a:xfrm>
          <a:prstGeom prst="rect">
            <a:avLst/>
          </a:prstGeom>
          <a:solidFill>
            <a:srgbClr val="E5E5E5"/>
          </a:solidFill>
          <a:ln>
            <a:noFill/>
          </a:ln>
        </p:spPr>
        <p:txBody>
          <a:bodyPr anchorCtr="0" anchor="t" bIns="91425" lIns="91425" spcFirstLastPara="1" rIns="91425" wrap="square" tIns="91425">
            <a:noAutofit/>
          </a:bodyPr>
          <a:lstStyle/>
          <a:p>
            <a:pPr indent="-139700" lvl="0" marL="342900" rtl="0" algn="l">
              <a:lnSpc>
                <a:spcPct val="100000"/>
              </a:lnSpc>
              <a:spcBef>
                <a:spcPts val="0"/>
              </a:spcBef>
              <a:spcAft>
                <a:spcPts val="0"/>
              </a:spcAft>
              <a:buSzPts val="2000"/>
              <a:buFont typeface="Noto Sans Symbols"/>
              <a:buChar char="▪"/>
            </a:pPr>
            <a:r>
              <a:rPr lang="en-US" sz="2000"/>
              <a:t>Suy luận toán học</a:t>
            </a:r>
            <a:endParaRPr/>
          </a:p>
          <a:p>
            <a:pPr indent="-139700" lvl="0" marL="342900" rtl="0" algn="l">
              <a:lnSpc>
                <a:spcPct val="100000"/>
              </a:lnSpc>
              <a:spcBef>
                <a:spcPts val="640"/>
              </a:spcBef>
              <a:spcAft>
                <a:spcPts val="0"/>
              </a:spcAft>
              <a:buSzPts val="2000"/>
              <a:buFont typeface="Noto Sans Symbols"/>
              <a:buChar char="▪"/>
            </a:pPr>
            <a:r>
              <a:rPr lang="en-US" sz="2000"/>
              <a:t>Thiết  kế các mạng trong máy tính</a:t>
            </a:r>
            <a:endParaRPr sz="2000"/>
          </a:p>
          <a:p>
            <a:pPr indent="-139700" lvl="0" marL="342900" rtl="0" algn="l">
              <a:lnSpc>
                <a:spcPct val="100000"/>
              </a:lnSpc>
              <a:spcBef>
                <a:spcPts val="640"/>
              </a:spcBef>
              <a:spcAft>
                <a:spcPts val="0"/>
              </a:spcAft>
              <a:buSzPts val="2000"/>
              <a:buFont typeface="Noto Sans Symbols"/>
              <a:buChar char="▪"/>
            </a:pPr>
            <a:r>
              <a:rPr lang="en-US" sz="2000"/>
              <a:t>Xây dựng các chương trình</a:t>
            </a:r>
            <a:endParaRPr sz="2000"/>
          </a:p>
          <a:p>
            <a:pPr indent="-139700" lvl="0" marL="342900" rtl="0" algn="l">
              <a:lnSpc>
                <a:spcPct val="100000"/>
              </a:lnSpc>
              <a:spcBef>
                <a:spcPts val="640"/>
              </a:spcBef>
              <a:spcAft>
                <a:spcPts val="0"/>
              </a:spcAft>
              <a:buSzPts val="2000"/>
              <a:buFont typeface="Noto Sans Symbols"/>
              <a:buChar char="▪"/>
            </a:pPr>
            <a:r>
              <a:rPr lang="en-US" sz="2000"/>
              <a:t>Kiểm tra </a:t>
            </a:r>
            <a:r>
              <a:rPr lang="en-US" sz="2000"/>
              <a:t>tính</a:t>
            </a:r>
            <a:r>
              <a:rPr lang="en-US" sz="2000"/>
              <a:t> đúng đắn của chương trình</a:t>
            </a:r>
            <a:endParaRPr sz="2000"/>
          </a:p>
          <a:p>
            <a:pPr indent="-139700" lvl="0" marL="342900" rtl="0" algn="l">
              <a:lnSpc>
                <a:spcPct val="100000"/>
              </a:lnSpc>
              <a:spcBef>
                <a:spcPts val="640"/>
              </a:spcBef>
              <a:spcAft>
                <a:spcPts val="0"/>
              </a:spcAft>
              <a:buSzPts val="2000"/>
              <a:buFont typeface="Noto Sans Symbols"/>
              <a:buChar char="▪"/>
            </a:pPr>
            <a:r>
              <a:rPr lang="en-US" sz="2000"/>
              <a:t>Nhiều ứng dụng khác</a:t>
            </a:r>
            <a:endParaRPr sz="2000"/>
          </a:p>
          <a:p>
            <a:pPr indent="-50800" lvl="0" marL="342900" rtl="0" algn="l">
              <a:lnSpc>
                <a:spcPct val="100000"/>
              </a:lnSpc>
              <a:spcBef>
                <a:spcPts val="640"/>
              </a:spcBef>
              <a:spcAft>
                <a:spcPts val="0"/>
              </a:spcAft>
              <a:buSzPts val="1400"/>
              <a:buNone/>
            </a:pPr>
            <a:r>
              <a:t/>
            </a:r>
            <a:endParaRPr/>
          </a:p>
        </p:txBody>
      </p:sp>
      <p:sp>
        <p:nvSpPr>
          <p:cNvPr id="94" name="Google Shape;94;p3"/>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a:t>
            </a:r>
            <a:r>
              <a:rPr b="1" lang="en-US" sz="1200">
                <a:solidFill>
                  <a:srgbClr val="FF0000"/>
                </a:solidFill>
                <a:latin typeface="Times New Roman"/>
                <a:ea typeface="Times New Roman"/>
                <a:cs typeface="Times New Roman"/>
                <a:sym typeface="Times New Roman"/>
              </a:rPr>
              <a:t>Discrete Mathematics</a:t>
            </a:r>
            <a:endParaRPr b="1" sz="1200">
              <a:solidFill>
                <a:srgbClr val="FF0000"/>
              </a:solidFill>
              <a:latin typeface="Times New Roman"/>
              <a:ea typeface="Times New Roman"/>
              <a:cs typeface="Times New Roman"/>
              <a:sym typeface="Times New Roman"/>
            </a:endParaRPr>
          </a:p>
        </p:txBody>
      </p:sp>
      <p:sp>
        <p:nvSpPr>
          <p:cNvPr id="95" name="Google Shape;95;p3"/>
          <p:cNvSpPr/>
          <p:nvPr/>
        </p:nvSpPr>
        <p:spPr>
          <a:xfrm>
            <a:off x="609600" y="381000"/>
            <a:ext cx="44196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Introduction</a:t>
            </a:r>
            <a:endParaRPr b="0" i="0" sz="36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0" name="Shape 100"/>
        <p:cNvGrpSpPr/>
        <p:nvPr/>
      </p:nvGrpSpPr>
      <p:grpSpPr>
        <a:xfrm>
          <a:off x="0" y="0"/>
          <a:ext cx="0" cy="0"/>
          <a:chOff x="0" y="0"/>
          <a:chExt cx="0" cy="0"/>
        </a:xfrm>
      </p:grpSpPr>
      <p:sp>
        <p:nvSpPr>
          <p:cNvPr id="101" name="Google Shape;101;p4"/>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600"/>
              <a:buFont typeface="Times New Roman"/>
              <a:buNone/>
            </a:pPr>
            <a:r>
              <a:rPr b="1" lang="en-US" sz="3600">
                <a:solidFill>
                  <a:schemeClr val="dk1"/>
                </a:solidFill>
                <a:latin typeface="Times New Roman"/>
                <a:ea typeface="Times New Roman"/>
                <a:cs typeface="Times New Roman"/>
                <a:sym typeface="Times New Roman"/>
              </a:rPr>
              <a:t>Introduction</a:t>
            </a:r>
            <a:endParaRPr sz="3600"/>
          </a:p>
        </p:txBody>
      </p:sp>
      <p:sp>
        <p:nvSpPr>
          <p:cNvPr id="102" name="Google Shape;102;p4"/>
          <p:cNvSpPr txBox="1"/>
          <p:nvPr>
            <p:ph idx="1" type="body"/>
          </p:nvPr>
        </p:nvSpPr>
        <p:spPr>
          <a:xfrm>
            <a:off x="457200" y="1535112"/>
            <a:ext cx="4040187" cy="639762"/>
          </a:xfrm>
          <a:prstGeom prst="rect">
            <a:avLst/>
          </a:prstGeom>
          <a:solidFill>
            <a:srgbClr val="92D0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B050"/>
              </a:buClr>
              <a:buSzPts val="600"/>
              <a:buFont typeface="Times New Roman"/>
              <a:buNone/>
            </a:pPr>
            <a:r>
              <a:rPr b="1" i="0" lang="en-US" sz="2400" u="none" cap="none" strike="noStrike">
                <a:solidFill>
                  <a:srgbClr val="00B050"/>
                </a:solidFill>
                <a:latin typeface="Times New Roman"/>
                <a:ea typeface="Times New Roman"/>
                <a:cs typeface="Times New Roman"/>
                <a:sym typeface="Times New Roman"/>
              </a:rPr>
              <a:t>Definition (Averroes)</a:t>
            </a:r>
            <a:endParaRPr b="1" i="0" sz="2400" u="none" cap="none" strike="noStrike">
              <a:solidFill>
                <a:srgbClr val="00B050"/>
              </a:solidFill>
              <a:latin typeface="Times New Roman"/>
              <a:ea typeface="Times New Roman"/>
              <a:cs typeface="Times New Roman"/>
              <a:sym typeface="Times New Roman"/>
            </a:endParaRPr>
          </a:p>
        </p:txBody>
      </p:sp>
      <p:sp>
        <p:nvSpPr>
          <p:cNvPr id="103" name="Google Shape;103;p4"/>
          <p:cNvSpPr txBox="1"/>
          <p:nvPr>
            <p:ph idx="2" type="body"/>
          </p:nvPr>
        </p:nvSpPr>
        <p:spPr>
          <a:xfrm>
            <a:off x="457200" y="2174875"/>
            <a:ext cx="4040187" cy="3951287"/>
          </a:xfrm>
          <a:prstGeom prst="rect">
            <a:avLst/>
          </a:prstGeom>
          <a:solidFill>
            <a:srgbClr val="EAEAEA"/>
          </a:solidFill>
          <a:ln>
            <a:noFill/>
          </a:ln>
        </p:spPr>
        <p:txBody>
          <a:bodyPr anchorCtr="0" anchor="t" bIns="91425" lIns="91425" spcFirstLastPara="1" rIns="91425" wrap="square" tIns="91425">
            <a:noAutofit/>
          </a:bodyPr>
          <a:lstStyle/>
          <a:p>
            <a:pPr indent="0" lvl="1" marL="203200" rtl="0" algn="l">
              <a:lnSpc>
                <a:spcPct val="100000"/>
              </a:lnSpc>
              <a:spcBef>
                <a:spcPts val="0"/>
              </a:spcBef>
              <a:spcAft>
                <a:spcPts val="0"/>
              </a:spcAft>
              <a:buSzPts val="2400"/>
              <a:buNone/>
            </a:pPr>
            <a:r>
              <a:rPr i="1" lang="en-US" sz="2400">
                <a:solidFill>
                  <a:schemeClr val="dk1"/>
                </a:solidFill>
              </a:rPr>
              <a:t>The took for distinguishing between the </a:t>
            </a:r>
            <a:r>
              <a:rPr i="1" lang="en-US" sz="2400">
                <a:solidFill>
                  <a:srgbClr val="FF0000"/>
                </a:solidFill>
              </a:rPr>
              <a:t>true</a:t>
            </a:r>
            <a:r>
              <a:rPr i="1" lang="en-US" sz="2400">
                <a:solidFill>
                  <a:schemeClr val="dk1"/>
                </a:solidFill>
              </a:rPr>
              <a:t> and the </a:t>
            </a:r>
            <a:r>
              <a:rPr i="1" lang="en-US" sz="2400">
                <a:solidFill>
                  <a:srgbClr val="FF0000"/>
                </a:solidFill>
              </a:rPr>
              <a:t>fals</a:t>
            </a:r>
            <a:r>
              <a:rPr i="1" lang="en-US" sz="2400">
                <a:solidFill>
                  <a:schemeClr val="dk1"/>
                </a:solidFill>
              </a:rPr>
              <a:t>e</a:t>
            </a:r>
            <a:r>
              <a:rPr i="1" lang="en-US" sz="2400">
                <a:solidFill>
                  <a:srgbClr val="FF0000"/>
                </a:solidFill>
              </a:rPr>
              <a:t>.</a:t>
            </a:r>
            <a:endParaRPr/>
          </a:p>
          <a:p>
            <a:pPr indent="-50800" lvl="0" marL="342900" rtl="0" algn="l">
              <a:lnSpc>
                <a:spcPct val="100000"/>
              </a:lnSpc>
              <a:spcBef>
                <a:spcPts val="640"/>
              </a:spcBef>
              <a:spcAft>
                <a:spcPts val="0"/>
              </a:spcAft>
              <a:buSzPts val="1400"/>
              <a:buNone/>
            </a:pPr>
            <a:r>
              <a:t/>
            </a:r>
            <a:endParaRPr/>
          </a:p>
          <a:p>
            <a:pPr indent="-50800" lvl="0" marL="342900" rtl="0" algn="l">
              <a:lnSpc>
                <a:spcPct val="100000"/>
              </a:lnSpc>
              <a:spcBef>
                <a:spcPts val="640"/>
              </a:spcBef>
              <a:spcAft>
                <a:spcPts val="0"/>
              </a:spcAft>
              <a:buSzPts val="1400"/>
              <a:buNone/>
            </a:pPr>
            <a:r>
              <a:t/>
            </a:r>
            <a:endParaRPr/>
          </a:p>
        </p:txBody>
      </p:sp>
      <p:sp>
        <p:nvSpPr>
          <p:cNvPr id="104" name="Google Shape;104;p4"/>
          <p:cNvSpPr txBox="1"/>
          <p:nvPr>
            <p:ph idx="3" type="body"/>
          </p:nvPr>
        </p:nvSpPr>
        <p:spPr>
          <a:xfrm>
            <a:off x="4645025" y="1535112"/>
            <a:ext cx="4041774" cy="639762"/>
          </a:xfrm>
          <a:prstGeom prst="rect">
            <a:avLst/>
          </a:prstGeom>
          <a:solidFill>
            <a:srgbClr val="92D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b="1" lang="en-US" sz="2400">
                <a:solidFill>
                  <a:srgbClr val="00B050"/>
                </a:solidFill>
                <a:latin typeface="Times New Roman"/>
                <a:ea typeface="Times New Roman"/>
                <a:cs typeface="Times New Roman"/>
                <a:sym typeface="Times New Roman"/>
              </a:rPr>
              <a:t>Definition (Rosen)</a:t>
            </a:r>
            <a:endParaRPr/>
          </a:p>
        </p:txBody>
      </p:sp>
      <p:sp>
        <p:nvSpPr>
          <p:cNvPr id="105" name="Google Shape;105;p4"/>
          <p:cNvSpPr txBox="1"/>
          <p:nvPr>
            <p:ph idx="4" type="body"/>
          </p:nvPr>
        </p:nvSpPr>
        <p:spPr>
          <a:xfrm>
            <a:off x="4645025" y="2174875"/>
            <a:ext cx="4041774" cy="3951287"/>
          </a:xfrm>
          <a:prstGeom prst="rect">
            <a:avLst/>
          </a:prstGeom>
          <a:solidFill>
            <a:srgbClr val="EAEAEA"/>
          </a:solidFill>
          <a:ln>
            <a:noFill/>
          </a:ln>
        </p:spPr>
        <p:txBody>
          <a:bodyPr anchorCtr="0" anchor="t" bIns="91425" lIns="91425" spcFirstLastPara="1" rIns="91425" wrap="square" tIns="91425">
            <a:noAutofit/>
          </a:bodyPr>
          <a:lstStyle/>
          <a:p>
            <a:pPr indent="0" lvl="1" marL="203200" rtl="0" algn="l">
              <a:lnSpc>
                <a:spcPct val="100000"/>
              </a:lnSpc>
              <a:spcBef>
                <a:spcPts val="0"/>
              </a:spcBef>
              <a:spcAft>
                <a:spcPts val="0"/>
              </a:spcAft>
              <a:buSzPts val="2400"/>
              <a:buNone/>
            </a:pPr>
            <a:r>
              <a:rPr i="1" lang="en-US" sz="2400">
                <a:solidFill>
                  <a:schemeClr val="dk1"/>
                </a:solidFill>
              </a:rPr>
              <a:t>Rules of logic are used to distinguish between </a:t>
            </a:r>
            <a:r>
              <a:rPr i="1" lang="en-US" sz="2400">
                <a:solidFill>
                  <a:srgbClr val="FF0000"/>
                </a:solidFill>
              </a:rPr>
              <a:t>valid</a:t>
            </a:r>
            <a:r>
              <a:rPr i="1" lang="en-US" sz="2400">
                <a:solidFill>
                  <a:schemeClr val="dk1"/>
                </a:solidFill>
              </a:rPr>
              <a:t> and </a:t>
            </a:r>
            <a:r>
              <a:rPr i="1" lang="en-US" sz="2400">
                <a:solidFill>
                  <a:srgbClr val="FF0000"/>
                </a:solidFill>
              </a:rPr>
              <a:t>invalid</a:t>
            </a:r>
            <a:r>
              <a:rPr i="1" lang="en-US" sz="2400">
                <a:solidFill>
                  <a:schemeClr val="dk1"/>
                </a:solidFill>
              </a:rPr>
              <a:t> mathematical arguments</a:t>
            </a:r>
            <a:r>
              <a:rPr i="1" lang="en-US" sz="2400">
                <a:solidFill>
                  <a:srgbClr val="FF0000"/>
                </a:solidFill>
              </a:rPr>
              <a:t>.</a:t>
            </a:r>
            <a:endParaRPr/>
          </a:p>
          <a:p>
            <a:pPr indent="-50800" lvl="0" marL="342900" rtl="0" algn="l">
              <a:lnSpc>
                <a:spcPct val="100000"/>
              </a:lnSpc>
              <a:spcBef>
                <a:spcPts val="640"/>
              </a:spcBef>
              <a:spcAft>
                <a:spcPts val="0"/>
              </a:spcAft>
              <a:buSzPts val="1400"/>
              <a:buNone/>
            </a:pPr>
            <a:r>
              <a:t/>
            </a:r>
            <a:endParaRPr/>
          </a:p>
        </p:txBody>
      </p:sp>
      <p:sp>
        <p:nvSpPr>
          <p:cNvPr id="106" name="Google Shape;106;p4"/>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a:t>
            </a:r>
            <a:r>
              <a:rPr b="1" lang="en-US" sz="1200">
                <a:solidFill>
                  <a:srgbClr val="FF0000"/>
                </a:solidFill>
                <a:latin typeface="Times New Roman"/>
                <a:ea typeface="Times New Roman"/>
                <a:cs typeface="Times New Roman"/>
                <a:sym typeface="Times New Roman"/>
              </a:rPr>
              <a:t>Discrete Mathematics</a:t>
            </a:r>
            <a:endParaRPr b="1" sz="1200">
              <a:solidFill>
                <a:srgbClr val="FF0000"/>
              </a:solidFill>
              <a:latin typeface="Times New Roman"/>
              <a:ea typeface="Times New Roman"/>
              <a:cs typeface="Times New Roman"/>
              <a:sym typeface="Times New Roman"/>
            </a:endParaRPr>
          </a:p>
        </p:txBody>
      </p:sp>
      <p:sp>
        <p:nvSpPr>
          <p:cNvPr id="107" name="Google Shape;107;p4"/>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 name="Shape 112"/>
        <p:cNvGrpSpPr/>
        <p:nvPr/>
      </p:nvGrpSpPr>
      <p:grpSpPr>
        <a:xfrm>
          <a:off x="0" y="0"/>
          <a:ext cx="0" cy="0"/>
          <a:chOff x="0" y="0"/>
          <a:chExt cx="0" cy="0"/>
        </a:xfrm>
      </p:grpSpPr>
      <p:sp>
        <p:nvSpPr>
          <p:cNvPr id="113" name="Google Shape;113;p5"/>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600"/>
              <a:buFont typeface="Times New Roman"/>
              <a:buNone/>
            </a:pPr>
            <a:r>
              <a:rPr b="1" lang="en-US" sz="3600">
                <a:solidFill>
                  <a:schemeClr val="dk1"/>
                </a:solidFill>
                <a:latin typeface="Times New Roman"/>
                <a:ea typeface="Times New Roman"/>
                <a:cs typeface="Times New Roman"/>
                <a:sym typeface="Times New Roman"/>
              </a:rPr>
              <a:t>Introduction</a:t>
            </a:r>
            <a:endParaRPr sz="3600"/>
          </a:p>
        </p:txBody>
      </p:sp>
      <p:sp>
        <p:nvSpPr>
          <p:cNvPr id="114" name="Google Shape;114;p5"/>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B050"/>
              </a:buClr>
              <a:buSzPts val="600"/>
              <a:buFont typeface="Times New Roman"/>
              <a:buNone/>
            </a:pPr>
            <a:r>
              <a:rPr b="1" i="0" lang="en-US" sz="2400" u="none" cap="none" strike="noStrike">
                <a:solidFill>
                  <a:srgbClr val="00B050"/>
                </a:solidFill>
                <a:latin typeface="Times New Roman"/>
                <a:ea typeface="Times New Roman"/>
                <a:cs typeface="Times New Roman"/>
                <a:sym typeface="Times New Roman"/>
              </a:rPr>
              <a:t>Definition</a:t>
            </a:r>
            <a:endParaRPr/>
          </a:p>
        </p:txBody>
      </p:sp>
      <p:sp>
        <p:nvSpPr>
          <p:cNvPr id="115" name="Google Shape;115;p5"/>
          <p:cNvSpPr txBox="1"/>
          <p:nvPr>
            <p:ph idx="2" type="body"/>
          </p:nvPr>
        </p:nvSpPr>
        <p:spPr>
          <a:xfrm>
            <a:off x="457200" y="2174875"/>
            <a:ext cx="4040187" cy="3951287"/>
          </a:xfrm>
          <a:prstGeom prst="rect">
            <a:avLst/>
          </a:prstGeom>
          <a:solidFill>
            <a:srgbClr val="E0E0E0"/>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A language in which we describe another language is </a:t>
            </a:r>
            <a:r>
              <a:rPr i="1" lang="en-US" sz="2000">
                <a:solidFill>
                  <a:schemeClr val="dk1"/>
                </a:solidFill>
              </a:rPr>
              <a:t>called</a:t>
            </a:r>
            <a:r>
              <a:rPr b="0" i="1" lang="en-US" sz="2000" u="none" cap="none" strike="noStrike">
                <a:solidFill>
                  <a:schemeClr val="dk1"/>
                </a:solidFill>
                <a:latin typeface="Arial"/>
                <a:ea typeface="Arial"/>
                <a:cs typeface="Arial"/>
                <a:sym typeface="Arial"/>
              </a:rPr>
              <a:t> a </a:t>
            </a:r>
            <a:r>
              <a:rPr b="0" i="1" lang="en-US" sz="2000" u="none" cap="none" strike="noStrike">
                <a:solidFill>
                  <a:srgbClr val="FF0000"/>
                </a:solidFill>
                <a:latin typeface="Arial"/>
                <a:ea typeface="Arial"/>
                <a:cs typeface="Arial"/>
                <a:sym typeface="Arial"/>
              </a:rPr>
              <a:t>metalanguage.</a:t>
            </a:r>
            <a:endParaRPr/>
          </a:p>
          <a:p>
            <a:pPr indent="-12700" lvl="0" marL="342900" rtl="0" algn="l">
              <a:lnSpc>
                <a:spcPct val="100000"/>
              </a:lnSpc>
              <a:spcBef>
                <a:spcPts val="640"/>
              </a:spcBef>
              <a:spcAft>
                <a:spcPts val="0"/>
              </a:spcAft>
              <a:buSzPts val="2000"/>
              <a:buNone/>
            </a:pPr>
            <a:r>
              <a:t/>
            </a:r>
            <a:endParaRPr b="0" i="1" sz="2000" u="none" cap="none" strike="noStrike">
              <a:solidFill>
                <a:srgbClr val="FF0000"/>
              </a:solidFill>
              <a:latin typeface="Arial"/>
              <a:ea typeface="Arial"/>
              <a:cs typeface="Arial"/>
              <a:sym typeface="Arial"/>
            </a:endParaRPr>
          </a:p>
          <a:p>
            <a:pPr indent="-342900" lvl="0" marL="342900" marR="0" rtl="0" algn="l">
              <a:lnSpc>
                <a:spcPct val="100000"/>
              </a:lnSpc>
              <a:spcBef>
                <a:spcPts val="40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If a statement is true, then we shall say that its </a:t>
            </a:r>
            <a:r>
              <a:rPr b="0" i="1" lang="en-US" sz="2000" u="none" cap="none" strike="noStrike">
                <a:solidFill>
                  <a:srgbClr val="FF0000"/>
                </a:solidFill>
                <a:latin typeface="Arial"/>
                <a:ea typeface="Arial"/>
                <a:cs typeface="Arial"/>
                <a:sym typeface="Arial"/>
              </a:rPr>
              <a:t>logical value is “true</a:t>
            </a:r>
            <a:r>
              <a:rPr b="0" i="1" lang="en-US" sz="2000" u="none" cap="none" strike="noStrike">
                <a:solidFill>
                  <a:schemeClr val="dk1"/>
                </a:solidFill>
                <a:latin typeface="Arial"/>
                <a:ea typeface="Arial"/>
                <a:cs typeface="Arial"/>
                <a:sym typeface="Arial"/>
              </a:rPr>
              <a:t>”, and if it is false, its </a:t>
            </a:r>
            <a:r>
              <a:rPr b="0" i="1" lang="en-US" sz="2000" u="none" cap="none" strike="noStrike">
                <a:solidFill>
                  <a:srgbClr val="FF0000"/>
                </a:solidFill>
                <a:latin typeface="Arial"/>
                <a:ea typeface="Arial"/>
                <a:cs typeface="Arial"/>
                <a:sym typeface="Arial"/>
              </a:rPr>
              <a:t>logical value is “false”.</a:t>
            </a:r>
            <a:endParaRPr/>
          </a:p>
          <a:p>
            <a:pPr indent="-342900" lvl="0" marL="342900" marR="0" rtl="0" algn="l">
              <a:lnSpc>
                <a:spcPct val="100000"/>
              </a:lnSpc>
              <a:spcBef>
                <a:spcPts val="400"/>
              </a:spcBef>
              <a:spcAft>
                <a:spcPts val="0"/>
              </a:spcAft>
              <a:buClr>
                <a:schemeClr val="dk1"/>
              </a:buClr>
              <a:buSzPts val="2000"/>
              <a:buFont typeface="Arial"/>
              <a:buChar char="✓"/>
            </a:pPr>
            <a:r>
              <a:rPr i="1" lang="en-US" sz="2000">
                <a:solidFill>
                  <a:srgbClr val="FF0000"/>
                </a:solidFill>
              </a:rPr>
              <a:t>True - 1</a:t>
            </a:r>
            <a:endParaRPr/>
          </a:p>
          <a:p>
            <a:pPr indent="-342900" lvl="0" marL="342900" marR="0" rtl="0" algn="l">
              <a:lnSpc>
                <a:spcPct val="100000"/>
              </a:lnSpc>
              <a:spcBef>
                <a:spcPts val="400"/>
              </a:spcBef>
              <a:spcAft>
                <a:spcPts val="0"/>
              </a:spcAft>
              <a:buClr>
                <a:schemeClr val="dk1"/>
              </a:buClr>
              <a:buSzPts val="2000"/>
              <a:buFont typeface="Arial"/>
              <a:buChar char="✓"/>
            </a:pPr>
            <a:r>
              <a:rPr b="0" i="1" lang="en-US" sz="2000" u="none" cap="none" strike="noStrike">
                <a:solidFill>
                  <a:srgbClr val="FF0000"/>
                </a:solidFill>
                <a:latin typeface="Arial"/>
                <a:ea typeface="Arial"/>
                <a:cs typeface="Arial"/>
                <a:sym typeface="Arial"/>
              </a:rPr>
              <a:t>False - 0</a:t>
            </a:r>
            <a:endParaRPr b="0" i="1" sz="2000" u="none" cap="none" strike="noStrike">
              <a:solidFill>
                <a:srgbClr val="FF0000"/>
              </a:solidFill>
              <a:latin typeface="Arial"/>
              <a:ea typeface="Arial"/>
              <a:cs typeface="Arial"/>
              <a:sym typeface="Arial"/>
            </a:endParaRPr>
          </a:p>
          <a:p>
            <a:pPr indent="-12700" lvl="0" marL="342900" rtl="0" algn="l">
              <a:lnSpc>
                <a:spcPct val="100000"/>
              </a:lnSpc>
              <a:spcBef>
                <a:spcPts val="640"/>
              </a:spcBef>
              <a:spcAft>
                <a:spcPts val="0"/>
              </a:spcAft>
              <a:buSzPts val="2000"/>
              <a:buNone/>
            </a:pPr>
            <a:r>
              <a:t/>
            </a:r>
            <a:endParaRPr b="0" i="1" sz="2000" u="none" cap="none" strike="noStrike">
              <a:solidFill>
                <a:srgbClr val="FF0000"/>
              </a:solidFill>
              <a:latin typeface="Arial"/>
              <a:ea typeface="Arial"/>
              <a:cs typeface="Arial"/>
              <a:sym typeface="Arial"/>
            </a:endParaRPr>
          </a:p>
        </p:txBody>
      </p:sp>
      <p:sp>
        <p:nvSpPr>
          <p:cNvPr id="116" name="Google Shape;116;p5"/>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Example</a:t>
            </a:r>
            <a:endParaRPr/>
          </a:p>
        </p:txBody>
      </p:sp>
      <p:sp>
        <p:nvSpPr>
          <p:cNvPr id="117" name="Google Shape;117;p5"/>
          <p:cNvSpPr txBox="1"/>
          <p:nvPr>
            <p:ph idx="4" type="body"/>
          </p:nvPr>
        </p:nvSpPr>
        <p:spPr>
          <a:xfrm>
            <a:off x="4645025" y="2174875"/>
            <a:ext cx="4041774" cy="3951287"/>
          </a:xfrm>
          <a:prstGeom prst="rect">
            <a:avLst/>
          </a:prstGeom>
          <a:noFill/>
          <a:ln>
            <a:noFill/>
          </a:ln>
        </p:spPr>
        <p:txBody>
          <a:bodyPr anchorCtr="0" anchor="t" bIns="45700" lIns="91425" spcFirstLastPara="1" rIns="91425" wrap="square" tIns="45700">
            <a:noAutofit/>
          </a:bodyPr>
          <a:lstStyle/>
          <a:p>
            <a:pPr indent="-50800" lvl="0" marL="342900" rtl="0" algn="l">
              <a:lnSpc>
                <a:spcPct val="100000"/>
              </a:lnSpc>
              <a:spcBef>
                <a:spcPts val="0"/>
              </a:spcBef>
              <a:spcAft>
                <a:spcPts val="0"/>
              </a:spcAft>
              <a:buSzPts val="1400"/>
              <a:buNone/>
            </a:pPr>
            <a:r>
              <a:t/>
            </a:r>
            <a:endParaRPr/>
          </a:p>
        </p:txBody>
      </p:sp>
      <p:sp>
        <p:nvSpPr>
          <p:cNvPr id="118" name="Google Shape;118;p5"/>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
        <p:nvSpPr>
          <p:cNvPr id="119" name="Google Shape;119;p5"/>
          <p:cNvSpPr txBox="1"/>
          <p:nvPr/>
        </p:nvSpPr>
        <p:spPr>
          <a:xfrm>
            <a:off x="4656992" y="2192216"/>
            <a:ext cx="4000500" cy="3809998"/>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0" i="0" lang="en-US" sz="2400" u="none" cap="none" strike="noStrike">
                <a:solidFill>
                  <a:schemeClr val="dk1"/>
                </a:solidFill>
                <a:latin typeface="Times New Roman"/>
                <a:ea typeface="Times New Roman"/>
                <a:cs typeface="Times New Roman"/>
                <a:sym typeface="Times New Roman"/>
              </a:rPr>
              <a:t>The sentence:</a:t>
            </a:r>
            <a:endParaRPr/>
          </a:p>
          <a:p>
            <a:pPr indent="-6350" lvl="1" marL="400050" marR="0" rtl="0" algn="l">
              <a:lnSpc>
                <a:spcPct val="100000"/>
              </a:lnSpc>
              <a:spcBef>
                <a:spcPts val="480"/>
              </a:spcBef>
              <a:spcAft>
                <a:spcPts val="0"/>
              </a:spcAft>
              <a:buClr>
                <a:schemeClr val="dk1"/>
              </a:buClr>
              <a:buSzPts val="500"/>
              <a:buFont typeface="Times New Roman"/>
              <a:buNone/>
            </a:pPr>
            <a:r>
              <a:rPr b="0" i="0" lang="en-US" sz="20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Times New Roman"/>
                <a:ea typeface="Times New Roman"/>
                <a:cs typeface="Times New Roman"/>
                <a:sym typeface="Times New Roman"/>
              </a:rPr>
              <a:t>“</a:t>
            </a:r>
            <a:r>
              <a:rPr b="0" i="1" lang="en-US" sz="2400" u="none" cap="none" strike="noStrike">
                <a:solidFill>
                  <a:srgbClr val="FF0000"/>
                </a:solidFill>
                <a:latin typeface="Times New Roman"/>
                <a:ea typeface="Times New Roman"/>
                <a:cs typeface="Times New Roman"/>
                <a:sym typeface="Times New Roman"/>
              </a:rPr>
              <a:t>If it is raining and I go outside then I get wet”</a:t>
            </a:r>
            <a:r>
              <a:rPr b="0" i="1" lang="en-US" sz="2400" u="none" cap="none" strike="noStrik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480"/>
              </a:spcBef>
              <a:spcAft>
                <a:spcPts val="0"/>
              </a:spcAft>
              <a:buClr>
                <a:schemeClr val="dk1"/>
              </a:buClr>
              <a:buSzPts val="600"/>
              <a:buFont typeface="Times New Roman"/>
              <a:buNone/>
            </a:pPr>
            <a:r>
              <a:rPr b="0" i="1" lang="en-US" sz="2400" u="none" cap="none" strike="noStrike">
                <a:solidFill>
                  <a:schemeClr val="dk1"/>
                </a:solidFill>
                <a:latin typeface="Times New Roman"/>
                <a:ea typeface="Times New Roman"/>
                <a:cs typeface="Times New Roman"/>
                <a:sym typeface="Times New Roman"/>
              </a:rPr>
              <a:t>The three simple statements:</a:t>
            </a:r>
            <a:endParaRPr b="0" i="1" sz="2400" u="none" cap="none" strike="noStrike">
              <a:solidFill>
                <a:schemeClr val="dk1"/>
              </a:solidFill>
              <a:latin typeface="Times New Roman"/>
              <a:ea typeface="Times New Roman"/>
              <a:cs typeface="Times New Roman"/>
              <a:sym typeface="Times New Roman"/>
            </a:endParaRPr>
          </a:p>
          <a:p>
            <a:pPr indent="-463550" lvl="1" marL="857250" marR="0" rtl="0" algn="l">
              <a:lnSpc>
                <a:spcPct val="100000"/>
              </a:lnSpc>
              <a:spcBef>
                <a:spcPts val="480"/>
              </a:spcBef>
              <a:spcAft>
                <a:spcPts val="0"/>
              </a:spcAft>
              <a:buClr>
                <a:srgbClr val="002060"/>
              </a:buClr>
              <a:buSzPts val="2400"/>
              <a:buFont typeface="Times New Roman"/>
              <a:buAutoNum type="arabicPeriod"/>
            </a:pPr>
            <a:r>
              <a:rPr b="0" i="1" lang="en-US" sz="2400" u="none" cap="none" strike="noStrike">
                <a:solidFill>
                  <a:srgbClr val="002060"/>
                </a:solidFill>
                <a:latin typeface="Times New Roman"/>
                <a:ea typeface="Times New Roman"/>
                <a:cs typeface="Times New Roman"/>
                <a:sym typeface="Times New Roman"/>
              </a:rPr>
              <a:t>“It is raining.”</a:t>
            </a:r>
            <a:endParaRPr/>
          </a:p>
          <a:p>
            <a:pPr indent="-463550" lvl="1" marL="857250" marR="0" rtl="0" algn="l">
              <a:lnSpc>
                <a:spcPct val="100000"/>
              </a:lnSpc>
              <a:spcBef>
                <a:spcPts val="480"/>
              </a:spcBef>
              <a:spcAft>
                <a:spcPts val="0"/>
              </a:spcAft>
              <a:buClr>
                <a:srgbClr val="002060"/>
              </a:buClr>
              <a:buSzPts val="2400"/>
              <a:buFont typeface="Times New Roman"/>
              <a:buAutoNum type="arabicPeriod"/>
            </a:pPr>
            <a:r>
              <a:rPr b="0" i="1" lang="en-US" sz="2400" u="none" cap="none" strike="noStrike">
                <a:solidFill>
                  <a:srgbClr val="002060"/>
                </a:solidFill>
                <a:latin typeface="Times New Roman"/>
                <a:ea typeface="Times New Roman"/>
                <a:cs typeface="Times New Roman"/>
                <a:sym typeface="Times New Roman"/>
              </a:rPr>
              <a:t>“I go outside.”</a:t>
            </a:r>
            <a:endParaRPr/>
          </a:p>
          <a:p>
            <a:pPr indent="-463550" lvl="1" marL="857250" marR="0" rtl="0" algn="l">
              <a:lnSpc>
                <a:spcPct val="100000"/>
              </a:lnSpc>
              <a:spcBef>
                <a:spcPts val="480"/>
              </a:spcBef>
              <a:spcAft>
                <a:spcPts val="0"/>
              </a:spcAft>
              <a:buClr>
                <a:srgbClr val="002060"/>
              </a:buClr>
              <a:buSzPts val="2400"/>
              <a:buFont typeface="Times New Roman"/>
              <a:buAutoNum type="arabicPeriod"/>
            </a:pPr>
            <a:r>
              <a:rPr b="0" i="1" lang="en-US" sz="2400" u="none" cap="none" strike="noStrike">
                <a:solidFill>
                  <a:srgbClr val="002060"/>
                </a:solidFill>
                <a:latin typeface="Times New Roman"/>
                <a:ea typeface="Times New Roman"/>
                <a:cs typeface="Times New Roman"/>
                <a:sym typeface="Times New Roman"/>
              </a:rPr>
              <a:t>“I get wet.”</a:t>
            </a:r>
            <a:endParaRPr/>
          </a:p>
          <a:p>
            <a:pPr indent="0" lvl="0" marL="0" marR="0" rtl="0" algn="l">
              <a:lnSpc>
                <a:spcPct val="100000"/>
              </a:lnSpc>
              <a:spcBef>
                <a:spcPts val="480"/>
              </a:spcBef>
              <a:spcAft>
                <a:spcPts val="0"/>
              </a:spcAft>
              <a:buClr>
                <a:srgbClr val="FF0000"/>
              </a:buClr>
              <a:buSzPts val="600"/>
              <a:buFont typeface="Arial"/>
              <a:buNone/>
            </a:pPr>
            <a:r>
              <a:rPr b="0" i="1" lang="en-US" sz="2400" u="none" cap="none" strike="noStrike">
                <a:solidFill>
                  <a:srgbClr val="FF0000"/>
                </a:solidFill>
                <a:latin typeface="Arial"/>
                <a:ea typeface="Arial"/>
                <a:cs typeface="Arial"/>
                <a:sym typeface="Arial"/>
              </a:rPr>
              <a:t>.</a:t>
            </a:r>
            <a:endParaRPr/>
          </a:p>
        </p:txBody>
      </p:sp>
      <p:sp>
        <p:nvSpPr>
          <p:cNvPr id="120" name="Google Shape;120;p5"/>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a:t>
            </a:r>
            <a:r>
              <a:rPr b="1" lang="en-US" sz="1200">
                <a:solidFill>
                  <a:srgbClr val="FF0000"/>
                </a:solidFill>
                <a:latin typeface="Times New Roman"/>
                <a:ea typeface="Times New Roman"/>
                <a:cs typeface="Times New Roman"/>
                <a:sym typeface="Times New Roman"/>
              </a:rPr>
              <a:t>Discrete Mathematics</a:t>
            </a:r>
            <a:endParaRPr b="1" sz="1200">
              <a:solidFill>
                <a:srgbClr val="FF0000"/>
              </a:solidFill>
              <a:latin typeface="Times New Roman"/>
              <a:ea typeface="Times New Roman"/>
              <a:cs typeface="Times New Roman"/>
              <a:sym typeface="Times New Roman"/>
            </a:endParaRP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5" name="Shape 125"/>
        <p:cNvGrpSpPr/>
        <p:nvPr/>
      </p:nvGrpSpPr>
      <p:grpSpPr>
        <a:xfrm>
          <a:off x="0" y="0"/>
          <a:ext cx="0" cy="0"/>
          <a:chOff x="0" y="0"/>
          <a:chExt cx="0" cy="0"/>
        </a:xfrm>
      </p:grpSpPr>
      <p:sp>
        <p:nvSpPr>
          <p:cNvPr id="126" name="Google Shape;126;p6"/>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Propositional Logic</a:t>
            </a:r>
            <a:endParaRPr/>
          </a:p>
        </p:txBody>
      </p:sp>
      <p:sp>
        <p:nvSpPr>
          <p:cNvPr id="127" name="Google Shape;127;p6"/>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B050"/>
              </a:buClr>
              <a:buSzPts val="600"/>
              <a:buFont typeface="Times New Roman"/>
              <a:buNone/>
            </a:pPr>
            <a:r>
              <a:rPr b="1" i="0" lang="en-US" sz="2400" u="none" cap="none" strike="noStrike">
                <a:solidFill>
                  <a:srgbClr val="00B050"/>
                </a:solidFill>
                <a:latin typeface="Times New Roman"/>
                <a:ea typeface="Times New Roman"/>
                <a:cs typeface="Times New Roman"/>
                <a:sym typeface="Times New Roman"/>
              </a:rPr>
              <a:t>Definition</a:t>
            </a:r>
            <a:endParaRPr/>
          </a:p>
        </p:txBody>
      </p:sp>
      <p:sp>
        <p:nvSpPr>
          <p:cNvPr id="128" name="Google Shape;128;p6"/>
          <p:cNvSpPr txBox="1"/>
          <p:nvPr>
            <p:ph idx="2" type="body"/>
          </p:nvPr>
        </p:nvSpPr>
        <p:spPr>
          <a:xfrm>
            <a:off x="457200" y="2174875"/>
            <a:ext cx="4040187" cy="3951287"/>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None/>
            </a:pPr>
            <a:r>
              <a:rPr b="0" lang="en-US" sz="2800" u="none" cap="none" strike="noStrike">
                <a:solidFill>
                  <a:schemeClr val="dk1"/>
                </a:solidFill>
                <a:latin typeface="Times New Roman"/>
                <a:ea typeface="Times New Roman"/>
                <a:cs typeface="Times New Roman"/>
                <a:sym typeface="Times New Roman"/>
              </a:rPr>
              <a:t>A </a:t>
            </a:r>
            <a:r>
              <a:rPr b="0" lang="en-US" sz="2800" u="none" cap="none" strike="noStrike">
                <a:solidFill>
                  <a:srgbClr val="FF0000"/>
                </a:solidFill>
                <a:latin typeface="Times New Roman"/>
                <a:ea typeface="Times New Roman"/>
                <a:cs typeface="Times New Roman"/>
                <a:sym typeface="Times New Roman"/>
              </a:rPr>
              <a:t>proposition</a:t>
            </a:r>
            <a:r>
              <a:rPr b="0" lang="en-US" sz="2800" u="none" cap="none" strike="noStrike">
                <a:solidFill>
                  <a:schemeClr val="dk1"/>
                </a:solidFill>
                <a:latin typeface="Times New Roman"/>
                <a:ea typeface="Times New Roman"/>
                <a:cs typeface="Times New Roman"/>
                <a:sym typeface="Times New Roman"/>
              </a:rPr>
              <a:t> is a declarative sentence (</a:t>
            </a:r>
            <a:r>
              <a:rPr b="0" lang="en-US" sz="2400" u="none" cap="none" strike="noStrike">
                <a:solidFill>
                  <a:schemeClr val="dk1"/>
                </a:solidFill>
                <a:latin typeface="Times New Roman"/>
                <a:ea typeface="Times New Roman"/>
                <a:cs typeface="Times New Roman"/>
                <a:sym typeface="Times New Roman"/>
              </a:rPr>
              <a:t>câu trần thuật</a:t>
            </a:r>
            <a:r>
              <a:rPr b="0" lang="en-US" sz="2800" u="none" cap="none" strike="noStrike">
                <a:solidFill>
                  <a:schemeClr val="dk1"/>
                </a:solidFill>
                <a:latin typeface="Times New Roman"/>
                <a:ea typeface="Times New Roman"/>
                <a:cs typeface="Times New Roman"/>
                <a:sym typeface="Times New Roman"/>
              </a:rPr>
              <a:t>) that is either true or false,</a:t>
            </a:r>
            <a:r>
              <a:rPr b="0" lang="en-US" sz="2800" u="none" cap="none" strike="noStrike">
                <a:solidFill>
                  <a:srgbClr val="00B050"/>
                </a:solidFill>
                <a:latin typeface="Times New Roman"/>
                <a:ea typeface="Times New Roman"/>
                <a:cs typeface="Times New Roman"/>
                <a:sym typeface="Times New Roman"/>
              </a:rPr>
              <a:t> but not both</a:t>
            </a:r>
            <a:r>
              <a:rPr b="0" i="1" lang="en-US" sz="2800" u="none" cap="none" strike="noStrike">
                <a:solidFill>
                  <a:schemeClr val="dk1"/>
                </a:solidFill>
                <a:latin typeface="Times New Roman"/>
                <a:ea typeface="Times New Roman"/>
                <a:cs typeface="Times New Roman"/>
                <a:sym typeface="Times New Roman"/>
              </a:rPr>
              <a:t>.</a:t>
            </a:r>
            <a:endParaRPr/>
          </a:p>
          <a:p>
            <a:pPr indent="0" lvl="0" marL="203200" rtl="0" algn="l">
              <a:lnSpc>
                <a:spcPct val="100000"/>
              </a:lnSpc>
              <a:spcBef>
                <a:spcPts val="640"/>
              </a:spcBef>
              <a:spcAft>
                <a:spcPts val="0"/>
              </a:spcAft>
              <a:buSzPts val="2800"/>
              <a:buNone/>
            </a:pPr>
            <a:r>
              <a:t/>
            </a:r>
            <a:endParaRPr b="0" i="1" sz="2800" u="none" cap="none" strike="noStrike">
              <a:solidFill>
                <a:schemeClr val="dk1"/>
              </a:solidFill>
              <a:latin typeface="Times New Roman"/>
              <a:ea typeface="Times New Roman"/>
              <a:cs typeface="Times New Roman"/>
              <a:sym typeface="Times New Roman"/>
            </a:endParaRPr>
          </a:p>
        </p:txBody>
      </p:sp>
      <p:sp>
        <p:nvSpPr>
          <p:cNvPr id="129" name="Google Shape;129;p6"/>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B050"/>
              </a:buClr>
              <a:buSzPts val="600"/>
              <a:buFont typeface="Times New Roman"/>
              <a:buNone/>
            </a:pPr>
            <a:r>
              <a:rPr b="1" i="0" lang="en-US" sz="2400" u="none" cap="none" strike="noStrike">
                <a:solidFill>
                  <a:srgbClr val="00B050"/>
                </a:solidFill>
                <a:latin typeface="Times New Roman"/>
                <a:ea typeface="Times New Roman"/>
                <a:cs typeface="Times New Roman"/>
                <a:sym typeface="Times New Roman"/>
              </a:rPr>
              <a:t>Example</a:t>
            </a:r>
            <a:endParaRPr/>
          </a:p>
        </p:txBody>
      </p:sp>
      <p:sp>
        <p:nvSpPr>
          <p:cNvPr id="130" name="Google Shape;130;p6"/>
          <p:cNvSpPr txBox="1"/>
          <p:nvPr>
            <p:ph idx="4" type="body"/>
          </p:nvPr>
        </p:nvSpPr>
        <p:spPr>
          <a:xfrm>
            <a:off x="4645025" y="2174875"/>
            <a:ext cx="4041774" cy="3951287"/>
          </a:xfrm>
          <a:prstGeom prst="rect">
            <a:avLst/>
          </a:prstGeom>
          <a:solidFill>
            <a:srgbClr val="EAEAEA"/>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Moscow is the capital of Russia.</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New York City is the capital of USA.</a:t>
            </a:r>
            <a:endParaRPr/>
          </a:p>
          <a:p>
            <a:pPr indent="-342900" lvl="0" marL="34290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1+ 1 = 2</a:t>
            </a:r>
            <a:endParaRPr/>
          </a:p>
          <a:p>
            <a:pPr indent="-342900" lvl="0" marL="34290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2 + 2 =3</a:t>
            </a:r>
            <a:endParaRPr/>
          </a:p>
          <a:p>
            <a:pPr indent="-342900" lvl="0" marL="34290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x + 1 = 4</a:t>
            </a:r>
            <a:endParaRPr/>
          </a:p>
          <a:p>
            <a:pPr indent="0" lvl="0" marL="342900" rtl="0" algn="l">
              <a:lnSpc>
                <a:spcPct val="100000"/>
              </a:lnSpc>
              <a:spcBef>
                <a:spcPts val="640"/>
              </a:spcBef>
              <a:spcAft>
                <a:spcPts val="0"/>
              </a:spcAft>
              <a:buSzPts val="2400"/>
              <a:buNone/>
            </a:pPr>
            <a:r>
              <a:t/>
            </a:r>
            <a:endParaRPr b="0" i="1" sz="2400" u="none" cap="none" strike="noStrike">
              <a:solidFill>
                <a:schemeClr val="dk1"/>
              </a:solidFill>
              <a:latin typeface="Arial"/>
              <a:ea typeface="Arial"/>
              <a:cs typeface="Arial"/>
              <a:sym typeface="Arial"/>
            </a:endParaRPr>
          </a:p>
        </p:txBody>
      </p:sp>
      <p:sp>
        <p:nvSpPr>
          <p:cNvPr id="131" name="Google Shape;131;p6"/>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
        <p:nvSpPr>
          <p:cNvPr id="132" name="Google Shape;132;p6"/>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a:t>
            </a:r>
            <a:r>
              <a:rPr b="1" lang="en-US" sz="1200">
                <a:solidFill>
                  <a:srgbClr val="FF0000"/>
                </a:solidFill>
                <a:latin typeface="Times New Roman"/>
                <a:ea typeface="Times New Roman"/>
                <a:cs typeface="Times New Roman"/>
                <a:sym typeface="Times New Roman"/>
              </a:rPr>
              <a:t>Discrete Mathematics</a:t>
            </a:r>
            <a:endParaRPr b="1" sz="1200">
              <a:solidFill>
                <a:srgbClr val="FF0000"/>
              </a:solidFill>
              <a:latin typeface="Times New Roman"/>
              <a:ea typeface="Times New Roman"/>
              <a:cs typeface="Times New Roman"/>
              <a:sym typeface="Times New Roman"/>
            </a:endParaRP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7" name="Shape 137"/>
        <p:cNvGrpSpPr/>
        <p:nvPr/>
      </p:nvGrpSpPr>
      <p:grpSpPr>
        <a:xfrm>
          <a:off x="0" y="0"/>
          <a:ext cx="0" cy="0"/>
          <a:chOff x="0" y="0"/>
          <a:chExt cx="0" cy="0"/>
        </a:xfrm>
      </p:grpSpPr>
      <p:sp>
        <p:nvSpPr>
          <p:cNvPr id="138" name="Google Shape;138;p7"/>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Propositional Logic</a:t>
            </a:r>
            <a:endParaRPr/>
          </a:p>
        </p:txBody>
      </p:sp>
      <p:sp>
        <p:nvSpPr>
          <p:cNvPr id="139" name="Google Shape;139;p7"/>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B050"/>
              </a:buClr>
              <a:buSzPts val="600"/>
              <a:buFont typeface="Times New Roman"/>
              <a:buNone/>
            </a:pPr>
            <a:r>
              <a:rPr b="1" i="0" lang="en-US" sz="2400" u="none" cap="none" strike="noStrike">
                <a:solidFill>
                  <a:srgbClr val="00B050"/>
                </a:solidFill>
                <a:latin typeface="Times New Roman"/>
                <a:ea typeface="Times New Roman"/>
                <a:cs typeface="Times New Roman"/>
                <a:sym typeface="Times New Roman"/>
              </a:rPr>
              <a:t>Definition</a:t>
            </a:r>
            <a:endParaRPr/>
          </a:p>
        </p:txBody>
      </p:sp>
      <p:sp>
        <p:nvSpPr>
          <p:cNvPr id="140" name="Google Shape;140;p7"/>
          <p:cNvSpPr txBox="1"/>
          <p:nvPr>
            <p:ph idx="2" type="body"/>
          </p:nvPr>
        </p:nvSpPr>
        <p:spPr>
          <a:xfrm>
            <a:off x="457200" y="2174875"/>
            <a:ext cx="4040187" cy="3951287"/>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0" i="1" lang="en-US" sz="2800" u="none" cap="none" strike="noStrike">
                <a:solidFill>
                  <a:schemeClr val="dk1"/>
                </a:solidFill>
                <a:latin typeface="Times New Roman"/>
                <a:ea typeface="Times New Roman"/>
                <a:cs typeface="Times New Roman"/>
                <a:sym typeface="Times New Roman"/>
              </a:rPr>
              <a:t>A </a:t>
            </a:r>
            <a:r>
              <a:rPr b="0" i="1" lang="en-US" sz="2800" u="none" cap="none" strike="noStrike">
                <a:solidFill>
                  <a:srgbClr val="FF0000"/>
                </a:solidFill>
                <a:latin typeface="Times New Roman"/>
                <a:ea typeface="Times New Roman"/>
                <a:cs typeface="Times New Roman"/>
                <a:sym typeface="Times New Roman"/>
              </a:rPr>
              <a:t>proposition</a:t>
            </a:r>
            <a:r>
              <a:rPr b="0" i="1" lang="en-US" sz="2800" u="none" cap="none" strike="noStrike">
                <a:solidFill>
                  <a:schemeClr val="dk1"/>
                </a:solidFill>
                <a:latin typeface="Times New Roman"/>
                <a:ea typeface="Times New Roman"/>
                <a:cs typeface="Times New Roman"/>
                <a:sym typeface="Times New Roman"/>
              </a:rPr>
              <a:t> is a declarative sentence that is either true or false,</a:t>
            </a:r>
            <a:r>
              <a:rPr b="0" i="1" lang="en-US" sz="2800" u="none" cap="none" strike="noStrike">
                <a:solidFill>
                  <a:srgbClr val="00B050"/>
                </a:solidFill>
                <a:latin typeface="Times New Roman"/>
                <a:ea typeface="Times New Roman"/>
                <a:cs typeface="Times New Roman"/>
                <a:sym typeface="Times New Roman"/>
              </a:rPr>
              <a:t> but not both</a:t>
            </a:r>
            <a:r>
              <a:rPr b="0" i="1" lang="en-US" sz="2800" u="none" cap="none" strike="noStrike">
                <a:solidFill>
                  <a:schemeClr val="dk1"/>
                </a:solidFill>
                <a:latin typeface="Times New Roman"/>
                <a:ea typeface="Times New Roman"/>
                <a:cs typeface="Times New Roman"/>
                <a:sym typeface="Times New Roman"/>
              </a:rPr>
              <a:t>.</a:t>
            </a:r>
            <a:endParaRPr/>
          </a:p>
          <a:p>
            <a:pPr indent="0" lvl="0" marL="342900" rtl="0" algn="l">
              <a:lnSpc>
                <a:spcPct val="100000"/>
              </a:lnSpc>
              <a:spcBef>
                <a:spcPts val="640"/>
              </a:spcBef>
              <a:spcAft>
                <a:spcPts val="0"/>
              </a:spcAft>
              <a:buSzPts val="2800"/>
              <a:buNone/>
            </a:pPr>
            <a:r>
              <a:t/>
            </a:r>
            <a:endParaRPr b="0" i="1" sz="2800" u="none" cap="none" strike="noStrike">
              <a:solidFill>
                <a:schemeClr val="dk1"/>
              </a:solidFill>
              <a:latin typeface="Times New Roman"/>
              <a:ea typeface="Times New Roman"/>
              <a:cs typeface="Times New Roman"/>
              <a:sym typeface="Times New Roman"/>
            </a:endParaRPr>
          </a:p>
        </p:txBody>
      </p:sp>
      <p:sp>
        <p:nvSpPr>
          <p:cNvPr id="141" name="Google Shape;141;p7"/>
          <p:cNvSpPr txBox="1"/>
          <p:nvPr>
            <p:ph idx="3" type="body"/>
          </p:nvPr>
        </p:nvSpPr>
        <p:spPr>
          <a:xfrm>
            <a:off x="4645025" y="1535112"/>
            <a:ext cx="4041774" cy="639762"/>
          </a:xfrm>
          <a:prstGeom prst="rect">
            <a:avLst/>
          </a:prstGeom>
          <a:solidFill>
            <a:srgbClr val="EAEAEA"/>
          </a:solid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Font typeface="Times New Roman"/>
              <a:buNone/>
            </a:pPr>
            <a:r>
              <a:t/>
            </a:r>
            <a:endParaRPr/>
          </a:p>
        </p:txBody>
      </p:sp>
      <p:sp>
        <p:nvSpPr>
          <p:cNvPr id="142" name="Google Shape;142;p7"/>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
        <p:nvSpPr>
          <p:cNvPr id="143" name="Google Shape;143;p7"/>
          <p:cNvSpPr txBox="1"/>
          <p:nvPr>
            <p:ph idx="4" type="body"/>
          </p:nvPr>
        </p:nvSpPr>
        <p:spPr>
          <a:xfrm>
            <a:off x="4645025" y="2174875"/>
            <a:ext cx="4041774" cy="3951287"/>
          </a:xfrm>
          <a:prstGeom prst="rect">
            <a:avLst/>
          </a:prstGeom>
          <a:noFill/>
          <a:ln>
            <a:noFill/>
          </a:ln>
        </p:spPr>
        <p:txBody>
          <a:bodyPr anchorCtr="0" anchor="t" bIns="45700" lIns="91425" spcFirstLastPara="1" rIns="91425" wrap="square" tIns="45700">
            <a:noAutofit/>
          </a:bodyPr>
          <a:lstStyle/>
          <a:p>
            <a:pPr indent="-50800" lvl="0" marL="342900" rtl="0" algn="l">
              <a:lnSpc>
                <a:spcPct val="100000"/>
              </a:lnSpc>
              <a:spcBef>
                <a:spcPts val="0"/>
              </a:spcBef>
              <a:spcAft>
                <a:spcPts val="0"/>
              </a:spcAft>
              <a:buSzPts val="1400"/>
              <a:buNone/>
            </a:pPr>
            <a:r>
              <a:t/>
            </a:r>
            <a:endParaRPr/>
          </a:p>
        </p:txBody>
      </p:sp>
      <p:pic>
        <p:nvPicPr>
          <p:cNvPr id="144" name="Google Shape;144;p7"/>
          <p:cNvPicPr preferRelativeResize="0"/>
          <p:nvPr/>
        </p:nvPicPr>
        <p:blipFill rotWithShape="1">
          <a:blip r:embed="rId3">
            <a:alphaModFix/>
          </a:blip>
          <a:srcRect b="0" l="0" r="0" t="0"/>
          <a:stretch/>
        </p:blipFill>
        <p:spPr>
          <a:xfrm>
            <a:off x="4631869" y="1545762"/>
            <a:ext cx="4038598" cy="4691062"/>
          </a:xfrm>
          <a:prstGeom prst="rect">
            <a:avLst/>
          </a:prstGeom>
          <a:noFill/>
          <a:ln>
            <a:noFill/>
          </a:ln>
        </p:spPr>
      </p:pic>
      <p:sp>
        <p:nvSpPr>
          <p:cNvPr id="145" name="Google Shape;145;p7"/>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a:t>
            </a:r>
            <a:r>
              <a:rPr b="1" lang="en-US" sz="1200">
                <a:solidFill>
                  <a:srgbClr val="FF0000"/>
                </a:solidFill>
                <a:latin typeface="Times New Roman"/>
                <a:ea typeface="Times New Roman"/>
                <a:cs typeface="Times New Roman"/>
                <a:sym typeface="Times New Roman"/>
              </a:rPr>
              <a:t>Discrete Mathematics</a:t>
            </a:r>
            <a:endParaRPr b="1" sz="1200">
              <a:solidFill>
                <a:srgbClr val="FF0000"/>
              </a:solidFill>
              <a:latin typeface="Times New Roman"/>
              <a:ea typeface="Times New Roman"/>
              <a:cs typeface="Times New Roman"/>
              <a:sym typeface="Times New Roman"/>
            </a:endParaRP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0" name="Shape 150"/>
        <p:cNvGrpSpPr/>
        <p:nvPr/>
      </p:nvGrpSpPr>
      <p:grpSpPr>
        <a:xfrm>
          <a:off x="0" y="0"/>
          <a:ext cx="0" cy="0"/>
          <a:chOff x="0" y="0"/>
          <a:chExt cx="0" cy="0"/>
        </a:xfrm>
      </p:grpSpPr>
      <p:sp>
        <p:nvSpPr>
          <p:cNvPr id="151" name="Google Shape;151;p8"/>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Propositional Logic</a:t>
            </a:r>
            <a:endParaRPr/>
          </a:p>
        </p:txBody>
      </p:sp>
      <p:sp>
        <p:nvSpPr>
          <p:cNvPr id="152" name="Google Shape;152;p8"/>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B050"/>
              </a:buClr>
              <a:buSzPts val="600"/>
              <a:buNone/>
            </a:pPr>
            <a:r>
              <a:rPr b="1" lang="en-US" sz="2400">
                <a:solidFill>
                  <a:srgbClr val="00B050"/>
                </a:solidFill>
                <a:latin typeface="Times New Roman"/>
                <a:ea typeface="Times New Roman"/>
                <a:cs typeface="Times New Roman"/>
                <a:sym typeface="Times New Roman"/>
              </a:rPr>
              <a:t>Notations</a:t>
            </a:r>
            <a:endParaRPr b="1" sz="2400">
              <a:solidFill>
                <a:srgbClr val="00B050"/>
              </a:solidFill>
              <a:latin typeface="Times New Roman"/>
              <a:ea typeface="Times New Roman"/>
              <a:cs typeface="Times New Roman"/>
              <a:sym typeface="Times New Roman"/>
            </a:endParaRPr>
          </a:p>
        </p:txBody>
      </p:sp>
      <p:sp>
        <p:nvSpPr>
          <p:cNvPr id="153" name="Google Shape;153;p8"/>
          <p:cNvSpPr txBox="1"/>
          <p:nvPr>
            <p:ph idx="2" type="body"/>
          </p:nvPr>
        </p:nvSpPr>
        <p:spPr>
          <a:xfrm>
            <a:off x="457200" y="2174875"/>
            <a:ext cx="4040187" cy="3951287"/>
          </a:xfrm>
          <a:prstGeom prst="rect">
            <a:avLst/>
          </a:prstGeom>
          <a:solidFill>
            <a:srgbClr val="E0E0E0"/>
          </a:solid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Font typeface="Arial"/>
              <a:buChar char="✓"/>
            </a:pPr>
            <a:r>
              <a:rPr i="1" lang="en-US" sz="2400">
                <a:solidFill>
                  <a:schemeClr val="dk1"/>
                </a:solidFill>
              </a:rPr>
              <a:t>Propositions are denote by </a:t>
            </a:r>
            <a:endParaRPr/>
          </a:p>
          <a:p>
            <a:pPr indent="0" lvl="0" marL="0" rtl="0" algn="l">
              <a:lnSpc>
                <a:spcPct val="100000"/>
              </a:lnSpc>
              <a:spcBef>
                <a:spcPts val="480"/>
              </a:spcBef>
              <a:spcAft>
                <a:spcPts val="0"/>
              </a:spcAft>
              <a:buClr>
                <a:srgbClr val="FF0000"/>
              </a:buClr>
              <a:buSzPts val="600"/>
              <a:buNone/>
            </a:pPr>
            <a:r>
              <a:rPr i="1" lang="en-US" sz="2400">
                <a:solidFill>
                  <a:srgbClr val="FF0000"/>
                </a:solidFill>
              </a:rPr>
              <a:t>          p, q, r, </a:t>
            </a:r>
            <a:r>
              <a:rPr i="1" lang="en-US" sz="2400">
                <a:solidFill>
                  <a:schemeClr val="dk1"/>
                </a:solidFill>
              </a:rPr>
              <a:t>...</a:t>
            </a:r>
            <a:endParaRPr/>
          </a:p>
          <a:p>
            <a:pPr indent="0" lvl="0" marL="342900" rtl="0" algn="l">
              <a:lnSpc>
                <a:spcPct val="100000"/>
              </a:lnSpc>
              <a:spcBef>
                <a:spcPts val="640"/>
              </a:spcBef>
              <a:spcAft>
                <a:spcPts val="0"/>
              </a:spcAft>
              <a:buSzPts val="2800"/>
              <a:buNone/>
            </a:pPr>
            <a:r>
              <a:t/>
            </a:r>
            <a:endParaRPr b="0" i="1" sz="2800" u="none" cap="none" strike="noStrike">
              <a:solidFill>
                <a:schemeClr val="dk1"/>
              </a:solidFill>
              <a:latin typeface="Times New Roman"/>
              <a:ea typeface="Times New Roman"/>
              <a:cs typeface="Times New Roman"/>
              <a:sym typeface="Times New Roman"/>
            </a:endParaRPr>
          </a:p>
        </p:txBody>
      </p:sp>
      <p:sp>
        <p:nvSpPr>
          <p:cNvPr id="154" name="Google Shape;154;p8"/>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B050"/>
              </a:buClr>
              <a:buSzPts val="600"/>
              <a:buFont typeface="Times New Roman"/>
              <a:buNone/>
            </a:pPr>
            <a:r>
              <a:rPr b="1" i="0" lang="en-US" sz="2400" u="none" cap="none" strike="noStrike">
                <a:solidFill>
                  <a:srgbClr val="00B050"/>
                </a:solidFill>
                <a:latin typeface="Times New Roman"/>
                <a:ea typeface="Times New Roman"/>
                <a:cs typeface="Times New Roman"/>
                <a:sym typeface="Times New Roman"/>
              </a:rPr>
              <a:t>Notations</a:t>
            </a:r>
            <a:endParaRPr/>
          </a:p>
        </p:txBody>
      </p:sp>
      <p:sp>
        <p:nvSpPr>
          <p:cNvPr id="155" name="Google Shape;155;p8"/>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
        <p:nvSpPr>
          <p:cNvPr id="156" name="Google Shape;156;p8"/>
          <p:cNvSpPr txBox="1"/>
          <p:nvPr>
            <p:ph idx="4" type="body"/>
          </p:nvPr>
        </p:nvSpPr>
        <p:spPr>
          <a:xfrm>
            <a:off x="4645025" y="2174875"/>
            <a:ext cx="4041774" cy="3951287"/>
          </a:xfrm>
          <a:prstGeom prst="rect">
            <a:avLst/>
          </a:prstGeom>
          <a:solidFill>
            <a:srgbClr val="D8D8D8"/>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1" lang="en-US" sz="2400" u="none" cap="none" strike="noStrike">
                <a:solidFill>
                  <a:schemeClr val="dk1"/>
                </a:solidFill>
              </a:rPr>
              <a:t>The </a:t>
            </a:r>
            <a:r>
              <a:rPr b="1" i="1" lang="en-US" sz="2400" u="none" cap="none" strike="noStrike">
                <a:solidFill>
                  <a:schemeClr val="dk1"/>
                </a:solidFill>
              </a:rPr>
              <a:t>truth value </a:t>
            </a:r>
            <a:r>
              <a:rPr i="1" lang="en-US" sz="2400" u="none" cap="none" strike="noStrike">
                <a:solidFill>
                  <a:schemeClr val="dk1"/>
                </a:solidFill>
              </a:rPr>
              <a:t>(giá trị chân lý)  </a:t>
            </a:r>
            <a:r>
              <a:rPr b="0" i="1" lang="en-US" sz="2400" u="none" cap="none" strike="noStrike">
                <a:solidFill>
                  <a:schemeClr val="dk1"/>
                </a:solidFill>
              </a:rPr>
              <a:t>is </a:t>
            </a:r>
            <a:r>
              <a:rPr b="0" i="1" lang="en-US" sz="2400" u="none" cap="none" strike="noStrike">
                <a:solidFill>
                  <a:srgbClr val="FF0000"/>
                </a:solidFill>
              </a:rPr>
              <a:t>true</a:t>
            </a:r>
            <a:r>
              <a:rPr b="0" i="1" lang="en-US" sz="2400" u="none" cap="none" strike="noStrike">
                <a:solidFill>
                  <a:schemeClr val="dk1"/>
                </a:solidFill>
              </a:rPr>
              <a:t> (T)  or </a:t>
            </a:r>
            <a:r>
              <a:rPr b="0" i="1" lang="en-US" sz="2400" u="none" cap="none" strike="noStrike">
                <a:solidFill>
                  <a:srgbClr val="FF0000"/>
                </a:solidFill>
              </a:rPr>
              <a:t>false</a:t>
            </a:r>
            <a:r>
              <a:rPr b="0" i="1" lang="en-US" sz="2400" u="none" cap="none" strike="noStrike">
                <a:solidFill>
                  <a:schemeClr val="dk1"/>
                </a:solidFill>
              </a:rPr>
              <a:t> (F).</a:t>
            </a:r>
            <a:endParaRPr/>
          </a:p>
          <a:p>
            <a:pPr indent="-190500" lvl="0" marL="342900" marR="0" rtl="0" algn="l">
              <a:lnSpc>
                <a:spcPct val="100000"/>
              </a:lnSpc>
              <a:spcBef>
                <a:spcPts val="400"/>
              </a:spcBef>
              <a:spcAft>
                <a:spcPts val="0"/>
              </a:spcAft>
              <a:buClr>
                <a:schemeClr val="dk1"/>
              </a:buClr>
              <a:buSzPts val="2400"/>
              <a:buFont typeface="Arial"/>
              <a:buNone/>
            </a:pPr>
            <a:r>
              <a:t/>
            </a:r>
            <a:endParaRPr b="0" i="1" sz="2400" u="none" cap="none" strike="noStrike">
              <a:solidFill>
                <a:schemeClr val="dk1"/>
              </a:solidFill>
            </a:endParaRPr>
          </a:p>
          <a:p>
            <a:pPr indent="-342900" lvl="0" marL="342900" marR="0" rtl="0" algn="l">
              <a:lnSpc>
                <a:spcPct val="100000"/>
              </a:lnSpc>
              <a:spcBef>
                <a:spcPts val="400"/>
              </a:spcBef>
              <a:spcAft>
                <a:spcPts val="0"/>
              </a:spcAft>
              <a:buClr>
                <a:schemeClr val="dk1"/>
              </a:buClr>
              <a:buSzPts val="2400"/>
              <a:buFont typeface="Arial"/>
              <a:buChar char="✓"/>
            </a:pPr>
            <a:r>
              <a:rPr b="1" i="1" lang="en-US" sz="2400">
                <a:solidFill>
                  <a:schemeClr val="dk1"/>
                </a:solidFill>
              </a:rPr>
              <a:t>The truth table </a:t>
            </a:r>
            <a:r>
              <a:rPr i="1" lang="en-US" sz="2400">
                <a:solidFill>
                  <a:schemeClr val="dk1"/>
                </a:solidFill>
              </a:rPr>
              <a:t>biểu diễn mối quan hệ giá trị chân lý giữa các mệnh đề</a:t>
            </a:r>
            <a:endParaRPr i="1" sz="2400" u="none" cap="none" strike="noStrike">
              <a:solidFill>
                <a:schemeClr val="dk1"/>
              </a:solidFill>
            </a:endParaRPr>
          </a:p>
          <a:p>
            <a:pPr indent="-12700" lvl="0" marL="342900" rtl="0" algn="l">
              <a:lnSpc>
                <a:spcPct val="100000"/>
              </a:lnSpc>
              <a:spcBef>
                <a:spcPts val="640"/>
              </a:spcBef>
              <a:spcAft>
                <a:spcPts val="0"/>
              </a:spcAft>
              <a:buSzPts val="2000"/>
              <a:buNone/>
            </a:pPr>
            <a:r>
              <a:t/>
            </a:r>
            <a:endParaRPr b="0" i="1" sz="2000" u="none" cap="none" strike="noStrike">
              <a:solidFill>
                <a:schemeClr val="dk1"/>
              </a:solidFill>
              <a:latin typeface="Arial"/>
              <a:ea typeface="Arial"/>
              <a:cs typeface="Arial"/>
              <a:sym typeface="Arial"/>
            </a:endParaRPr>
          </a:p>
        </p:txBody>
      </p:sp>
      <p:sp>
        <p:nvSpPr>
          <p:cNvPr id="157" name="Google Shape;157;p8"/>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a:t>
            </a:r>
            <a:r>
              <a:rPr b="1" lang="en-US" sz="1200">
                <a:solidFill>
                  <a:srgbClr val="FF0000"/>
                </a:solidFill>
                <a:latin typeface="Times New Roman"/>
                <a:ea typeface="Times New Roman"/>
                <a:cs typeface="Times New Roman"/>
                <a:sym typeface="Times New Roman"/>
              </a:rPr>
              <a:t>Discrete Mathematics</a:t>
            </a:r>
            <a:endParaRPr b="1" sz="1200">
              <a:solidFill>
                <a:srgbClr val="FF0000"/>
              </a:solidFill>
              <a:latin typeface="Times New Roman"/>
              <a:ea typeface="Times New Roman"/>
              <a:cs typeface="Times New Roman"/>
              <a:sym typeface="Times New Roman"/>
            </a:endParaRP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1" name="Shape 161"/>
        <p:cNvGrpSpPr/>
        <p:nvPr/>
      </p:nvGrpSpPr>
      <p:grpSpPr>
        <a:xfrm>
          <a:off x="0" y="0"/>
          <a:ext cx="0" cy="0"/>
          <a:chOff x="0" y="0"/>
          <a:chExt cx="0" cy="0"/>
        </a:xfrm>
      </p:grpSpPr>
      <p:sp>
        <p:nvSpPr>
          <p:cNvPr id="162" name="Google Shape;162;p9"/>
          <p:cNvSpPr txBox="1"/>
          <p:nvPr>
            <p:ph type="title"/>
          </p:nvPr>
        </p:nvSpPr>
        <p:spPr>
          <a:xfrm>
            <a:off x="457200" y="274637"/>
            <a:ext cx="8229600" cy="868362"/>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2800"/>
              <a:buFont typeface="Arial"/>
              <a:buNone/>
            </a:pPr>
            <a:r>
              <a:rPr b="1" lang="en-US" sz="2800"/>
              <a:t>Compound proposition</a:t>
            </a:r>
            <a:endParaRPr b="1" sz="2800"/>
          </a:p>
        </p:txBody>
      </p:sp>
      <p:sp>
        <p:nvSpPr>
          <p:cNvPr id="163" name="Google Shape;163;p9"/>
          <p:cNvSpPr txBox="1"/>
          <p:nvPr>
            <p:ph idx="1" type="body"/>
          </p:nvPr>
        </p:nvSpPr>
        <p:spPr>
          <a:xfrm>
            <a:off x="457200" y="1535112"/>
            <a:ext cx="4040187" cy="639762"/>
          </a:xfrm>
          <a:prstGeom prst="rect">
            <a:avLst/>
          </a:prstGeom>
          <a:solidFill>
            <a:srgbClr val="92D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400"/>
              <a:buFont typeface="Times New Roman"/>
              <a:buNone/>
            </a:pPr>
            <a:r>
              <a:t/>
            </a:r>
            <a:endParaRPr/>
          </a:p>
        </p:txBody>
      </p:sp>
      <p:sp>
        <p:nvSpPr>
          <p:cNvPr id="164" name="Google Shape;164;p9"/>
          <p:cNvSpPr txBox="1"/>
          <p:nvPr>
            <p:ph idx="2" type="body"/>
          </p:nvPr>
        </p:nvSpPr>
        <p:spPr>
          <a:xfrm>
            <a:off x="457200" y="2174875"/>
            <a:ext cx="4040187" cy="3951287"/>
          </a:xfrm>
          <a:prstGeom prst="rect">
            <a:avLst/>
          </a:prstGeom>
          <a:solidFill>
            <a:srgbClr val="E5E5E5"/>
          </a:solidFill>
          <a:ln>
            <a:noFill/>
          </a:ln>
        </p:spPr>
        <p:txBody>
          <a:bodyPr anchorCtr="0" anchor="t" bIns="91425" lIns="91425" spcFirstLastPara="1" rIns="91425" wrap="square" tIns="91425">
            <a:noAutofit/>
          </a:bodyPr>
          <a:lstStyle/>
          <a:p>
            <a:pPr indent="-152400" lvl="0" marL="342900" rtl="0" algn="l">
              <a:lnSpc>
                <a:spcPct val="100000"/>
              </a:lnSpc>
              <a:spcBef>
                <a:spcPts val="0"/>
              </a:spcBef>
              <a:spcAft>
                <a:spcPts val="0"/>
              </a:spcAft>
              <a:buSzPts val="2400"/>
              <a:buChar char="•"/>
            </a:pPr>
            <a:r>
              <a:rPr lang="en-US" sz="2400"/>
              <a:t>George Boole [1854] – nhà toán học người Anh</a:t>
            </a:r>
            <a:endParaRPr sz="2400"/>
          </a:p>
          <a:p>
            <a:pPr indent="-152400" lvl="1" marL="742950" rtl="0" algn="l">
              <a:lnSpc>
                <a:spcPct val="100000"/>
              </a:lnSpc>
              <a:spcBef>
                <a:spcPts val="560"/>
              </a:spcBef>
              <a:spcAft>
                <a:spcPts val="0"/>
              </a:spcAft>
              <a:buSzPts val="2400"/>
              <a:buFont typeface="Noto Sans Symbols"/>
              <a:buChar char="▪"/>
            </a:pPr>
            <a:r>
              <a:rPr lang="en-US" sz="2400"/>
              <a:t>The Mathematical Analysis of Logic (1848)</a:t>
            </a:r>
            <a:endParaRPr/>
          </a:p>
          <a:p>
            <a:pPr indent="-152400" lvl="1" marL="742950" rtl="0" algn="l">
              <a:lnSpc>
                <a:spcPct val="100000"/>
              </a:lnSpc>
              <a:spcBef>
                <a:spcPts val="560"/>
              </a:spcBef>
              <a:spcAft>
                <a:spcPts val="0"/>
              </a:spcAft>
              <a:buSzPts val="2400"/>
              <a:buFont typeface="Noto Sans Symbols"/>
              <a:buChar char="▪"/>
            </a:pPr>
            <a:r>
              <a:rPr lang="en-US" sz="2400"/>
              <a:t>The Law of </a:t>
            </a:r>
            <a:r>
              <a:rPr lang="en-US" sz="2400"/>
              <a:t>Thought</a:t>
            </a:r>
            <a:r>
              <a:rPr lang="en-US" sz="2400"/>
              <a:t>(1854)</a:t>
            </a:r>
            <a:endParaRPr sz="2400"/>
          </a:p>
        </p:txBody>
      </p:sp>
      <p:sp>
        <p:nvSpPr>
          <p:cNvPr id="165" name="Google Shape;165;p9"/>
          <p:cNvSpPr txBox="1"/>
          <p:nvPr>
            <p:ph idx="3" type="body"/>
          </p:nvPr>
        </p:nvSpPr>
        <p:spPr>
          <a:xfrm>
            <a:off x="4645025" y="1535112"/>
            <a:ext cx="4041774" cy="639762"/>
          </a:xfrm>
          <a:prstGeom prst="rect">
            <a:avLst/>
          </a:prstGeom>
          <a:solidFill>
            <a:srgbClr val="92D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400"/>
              <a:buFont typeface="Times New Roman"/>
              <a:buNone/>
            </a:pPr>
            <a:r>
              <a:t/>
            </a:r>
            <a:endParaRPr/>
          </a:p>
        </p:txBody>
      </p:sp>
      <p:sp>
        <p:nvSpPr>
          <p:cNvPr id="166" name="Google Shape;166;p9"/>
          <p:cNvSpPr txBox="1"/>
          <p:nvPr>
            <p:ph idx="4" type="body"/>
          </p:nvPr>
        </p:nvSpPr>
        <p:spPr>
          <a:xfrm>
            <a:off x="4645025" y="2174875"/>
            <a:ext cx="4041774" cy="3951287"/>
          </a:xfrm>
          <a:prstGeom prst="rect">
            <a:avLst/>
          </a:prstGeom>
          <a:solidFill>
            <a:srgbClr val="E5E5E5"/>
          </a:solidFill>
          <a:ln>
            <a:noFill/>
          </a:ln>
        </p:spPr>
        <p:txBody>
          <a:bodyPr anchorCtr="0" anchor="t" bIns="91425" lIns="91425" spcFirstLastPara="1" rIns="91425" wrap="square" tIns="91425">
            <a:noAutofit/>
          </a:bodyPr>
          <a:lstStyle/>
          <a:p>
            <a:pPr indent="-152400" lvl="0" marL="342900" rtl="0" algn="l">
              <a:lnSpc>
                <a:spcPct val="100000"/>
              </a:lnSpc>
              <a:spcBef>
                <a:spcPts val="0"/>
              </a:spcBef>
              <a:spcAft>
                <a:spcPts val="0"/>
              </a:spcAft>
              <a:buSzPts val="2400"/>
              <a:buChar char="•"/>
            </a:pPr>
            <a:r>
              <a:rPr b="1" lang="en-US" sz="2400"/>
              <a:t>Mệnh đề phức hợp </a:t>
            </a:r>
            <a:r>
              <a:rPr lang="en-US" sz="2400"/>
              <a:t>được tạo ra bằng cách </a:t>
            </a:r>
            <a:r>
              <a:rPr lang="en-US" sz="2400">
                <a:solidFill>
                  <a:srgbClr val="FF0000"/>
                </a:solidFill>
              </a:rPr>
              <a:t>kết hợp </a:t>
            </a:r>
            <a:r>
              <a:rPr lang="en-US" sz="2400"/>
              <a:t>các mệnh đề hiện có bằng </a:t>
            </a:r>
            <a:r>
              <a:rPr lang="en-US" sz="2400">
                <a:solidFill>
                  <a:srgbClr val="FF0000"/>
                </a:solidFill>
              </a:rPr>
              <a:t>các toán tử logic</a:t>
            </a:r>
            <a:endParaRPr sz="2400">
              <a:solidFill>
                <a:srgbClr val="FF0000"/>
              </a:solidFill>
            </a:endParaRPr>
          </a:p>
        </p:txBody>
      </p:sp>
      <p:sp>
        <p:nvSpPr>
          <p:cNvPr id="167" name="Google Shape;167;p9"/>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a:t>
            </a:r>
            <a:r>
              <a:rPr b="1" lang="en-US" sz="1200">
                <a:solidFill>
                  <a:srgbClr val="FF0000"/>
                </a:solidFill>
                <a:latin typeface="Times New Roman"/>
                <a:ea typeface="Times New Roman"/>
                <a:cs typeface="Times New Roman"/>
                <a:sym typeface="Times New Roman"/>
              </a:rPr>
              <a:t>Discrete Mathematics</a:t>
            </a:r>
            <a:endParaRPr b="1" sz="1200">
              <a:solidFill>
                <a:srgbClr val="FF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2" name="Shape 172"/>
        <p:cNvGrpSpPr/>
        <p:nvPr/>
      </p:nvGrpSpPr>
      <p:grpSpPr>
        <a:xfrm>
          <a:off x="0" y="0"/>
          <a:ext cx="0" cy="0"/>
          <a:chOff x="0" y="0"/>
          <a:chExt cx="0" cy="0"/>
        </a:xfrm>
      </p:grpSpPr>
      <p:sp>
        <p:nvSpPr>
          <p:cNvPr id="173" name="Google Shape;173;p10"/>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a:t>
            </a:r>
            <a:r>
              <a:rPr b="1"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00B050"/>
                </a:solidFill>
                <a:latin typeface="Times New Roman"/>
                <a:ea typeface="Times New Roman"/>
                <a:cs typeface="Times New Roman"/>
                <a:sym typeface="Times New Roman"/>
              </a:rPr>
              <a:t>negation</a:t>
            </a:r>
            <a:endParaRPr b="0" i="0" sz="2800" u="none" cap="none" strike="noStrike">
              <a:solidFill>
                <a:srgbClr val="00B050"/>
              </a:solidFill>
              <a:latin typeface="Times New Roman"/>
              <a:ea typeface="Times New Roman"/>
              <a:cs typeface="Times New Roman"/>
              <a:sym typeface="Times New Roman"/>
            </a:endParaRPr>
          </a:p>
        </p:txBody>
      </p:sp>
      <p:sp>
        <p:nvSpPr>
          <p:cNvPr id="174" name="Google Shape;174;p10"/>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700"/>
              <a:buFont typeface="Arial"/>
              <a:buNone/>
            </a:pPr>
            <a:r>
              <a:rPr b="1" i="0" lang="en-US" sz="2800" u="none" cap="none" strike="noStrike">
                <a:solidFill>
                  <a:srgbClr val="002060"/>
                </a:solidFill>
                <a:latin typeface="Arial"/>
                <a:ea typeface="Arial"/>
                <a:cs typeface="Arial"/>
                <a:sym typeface="Arial"/>
              </a:rPr>
              <a:t>Definition</a:t>
            </a:r>
            <a:endParaRPr b="1" i="1" sz="2800" u="none" cap="none" strike="noStrike">
              <a:solidFill>
                <a:srgbClr val="002060"/>
              </a:solidFill>
              <a:latin typeface="Arial"/>
              <a:ea typeface="Arial"/>
              <a:cs typeface="Arial"/>
              <a:sym typeface="Arial"/>
            </a:endParaRPr>
          </a:p>
        </p:txBody>
      </p:sp>
      <p:pic>
        <p:nvPicPr>
          <p:cNvPr id="175" name="Google Shape;175;p10"/>
          <p:cNvPicPr preferRelativeResize="0"/>
          <p:nvPr/>
        </p:nvPicPr>
        <p:blipFill rotWithShape="1">
          <a:blip r:embed="rId3">
            <a:alphaModFix/>
          </a:blip>
          <a:srcRect b="0" l="0" r="0" t="0"/>
          <a:stretch/>
        </p:blipFill>
        <p:spPr>
          <a:xfrm>
            <a:off x="416169" y="2139706"/>
            <a:ext cx="4040188" cy="3951287"/>
          </a:xfrm>
          <a:prstGeom prst="rect">
            <a:avLst/>
          </a:prstGeom>
          <a:noFill/>
          <a:ln>
            <a:noFill/>
          </a:ln>
        </p:spPr>
      </p:pic>
      <p:sp>
        <p:nvSpPr>
          <p:cNvPr id="176" name="Google Shape;176;p10"/>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177" name="Google Shape;177;p10"/>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70C0"/>
              </a:buClr>
              <a:buSzPts val="600"/>
              <a:buFont typeface="Times New Roman"/>
              <a:buNone/>
            </a:pPr>
            <a:r>
              <a:rPr b="1" i="0" lang="en-US" sz="2400" u="none" cap="none" strike="noStrike">
                <a:solidFill>
                  <a:srgbClr val="0070C0"/>
                </a:solidFill>
                <a:latin typeface="Times New Roman"/>
                <a:ea typeface="Times New Roman"/>
                <a:cs typeface="Times New Roman"/>
                <a:sym typeface="Times New Roman"/>
              </a:rPr>
              <a:t>Example:</a:t>
            </a:r>
            <a:endParaRPr/>
          </a:p>
        </p:txBody>
      </p:sp>
      <p:sp>
        <p:nvSpPr>
          <p:cNvPr id="178" name="Google Shape;178;p10"/>
          <p:cNvSpPr txBox="1"/>
          <p:nvPr>
            <p:ph idx="4" type="body"/>
          </p:nvPr>
        </p:nvSpPr>
        <p:spPr>
          <a:xfrm>
            <a:off x="4645025" y="2174875"/>
            <a:ext cx="4041774" cy="3951287"/>
          </a:xfrm>
          <a:prstGeom prst="rect">
            <a:avLst/>
          </a:prstGeom>
          <a:blipFill rotWithShape="1">
            <a:blip r:embed="rId4">
              <a:alphaModFix/>
            </a:blip>
            <a:stretch>
              <a:fillRect b="0" l="-903" r="0" t="-1234"/>
            </a:stretch>
          </a:blipFill>
          <a:ln>
            <a:noFill/>
          </a:ln>
        </p:spPr>
        <p:txBody>
          <a:bodyPr anchorCtr="0" anchor="t" bIns="91425" lIns="91425" spcFirstLastPara="1" rIns="91425" wrap="square" tIns="91425">
            <a:noAutofit/>
          </a:bodyPr>
          <a:lstStyle/>
          <a:p>
            <a:pPr indent="-139700" lvl="0" marL="342900" rtl="0" algn="l">
              <a:lnSpc>
                <a:spcPct val="100000"/>
              </a:lnSpc>
              <a:spcBef>
                <a:spcPts val="0"/>
              </a:spcBef>
              <a:spcAft>
                <a:spcPts val="0"/>
              </a:spcAft>
              <a:buSzPts val="1400"/>
              <a:buChar char="•"/>
            </a:pPr>
            <a:r>
              <a:rPr lang="en-US"/>
              <a:t> </a:t>
            </a:r>
            <a:endParaRPr/>
          </a:p>
        </p:txBody>
      </p:sp>
      <p:sp>
        <p:nvSpPr>
          <p:cNvPr id="179" name="Google Shape;179;p10"/>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
        <p:nvSpPr>
          <p:cNvPr id="180" name="Google Shape;180;p10"/>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a:t>
            </a:r>
            <a:r>
              <a:rPr b="1" lang="en-US" sz="1200">
                <a:solidFill>
                  <a:srgbClr val="FF0000"/>
                </a:solidFill>
                <a:latin typeface="Times New Roman"/>
                <a:ea typeface="Times New Roman"/>
                <a:cs typeface="Times New Roman"/>
                <a:sym typeface="Times New Roman"/>
              </a:rPr>
              <a:t>Discrete Mathematics</a:t>
            </a:r>
            <a:endParaRPr b="1" sz="1200">
              <a:solidFill>
                <a:srgbClr val="FF0000"/>
              </a:solidFill>
              <a:latin typeface="Times New Roman"/>
              <a:ea typeface="Times New Roman"/>
              <a:cs typeface="Times New Roman"/>
              <a:sym typeface="Times New Roman"/>
            </a:endParaRP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5" name="Shape 185"/>
        <p:cNvGrpSpPr/>
        <p:nvPr/>
      </p:nvGrpSpPr>
      <p:grpSpPr>
        <a:xfrm>
          <a:off x="0" y="0"/>
          <a:ext cx="0" cy="0"/>
          <a:chOff x="0" y="0"/>
          <a:chExt cx="0" cy="0"/>
        </a:xfrm>
      </p:grpSpPr>
      <p:sp>
        <p:nvSpPr>
          <p:cNvPr id="186" name="Google Shape;186;p11"/>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a:t>
            </a:r>
            <a:r>
              <a:rPr b="1" lang="en-US" sz="2800">
                <a:solidFill>
                  <a:schemeClr val="dk1"/>
                </a:solidFill>
                <a:latin typeface="Times New Roman"/>
                <a:ea typeface="Times New Roman"/>
                <a:cs typeface="Times New Roman"/>
                <a:sym typeface="Times New Roman"/>
              </a:rPr>
              <a:t>- </a:t>
            </a:r>
            <a:r>
              <a:rPr b="1" lang="en-US" sz="2800">
                <a:solidFill>
                  <a:srgbClr val="0070C0"/>
                </a:solidFill>
              </a:rPr>
              <a:t>Negation</a:t>
            </a:r>
            <a:endParaRPr b="0" i="0" sz="2800" u="none" cap="none" strike="noStrike">
              <a:solidFill>
                <a:srgbClr val="0070C0"/>
              </a:solidFill>
              <a:latin typeface="Times New Roman"/>
              <a:ea typeface="Times New Roman"/>
              <a:cs typeface="Times New Roman"/>
              <a:sym typeface="Times New Roman"/>
            </a:endParaRPr>
          </a:p>
        </p:txBody>
      </p:sp>
      <p:sp>
        <p:nvSpPr>
          <p:cNvPr id="187" name="Google Shape;187;p11"/>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2060"/>
              </a:buClr>
              <a:buSzPts val="700"/>
              <a:buNone/>
            </a:pPr>
            <a:r>
              <a:rPr b="1" lang="en-US" sz="2800">
                <a:solidFill>
                  <a:srgbClr val="002060"/>
                </a:solidFill>
              </a:rPr>
              <a:t>Definition</a:t>
            </a:r>
            <a:endParaRPr b="1" i="1" sz="2800">
              <a:solidFill>
                <a:srgbClr val="002060"/>
              </a:solidFill>
            </a:endParaRPr>
          </a:p>
        </p:txBody>
      </p:sp>
      <p:pic>
        <p:nvPicPr>
          <p:cNvPr id="188" name="Google Shape;188;p11"/>
          <p:cNvPicPr preferRelativeResize="0"/>
          <p:nvPr/>
        </p:nvPicPr>
        <p:blipFill rotWithShape="1">
          <a:blip r:embed="rId3">
            <a:alphaModFix/>
          </a:blip>
          <a:srcRect b="0" l="0" r="0" t="0"/>
          <a:stretch/>
        </p:blipFill>
        <p:spPr>
          <a:xfrm>
            <a:off x="457200" y="2174875"/>
            <a:ext cx="4040187" cy="3951287"/>
          </a:xfrm>
          <a:prstGeom prst="rect">
            <a:avLst/>
          </a:prstGeom>
          <a:noFill/>
          <a:ln>
            <a:noFill/>
          </a:ln>
        </p:spPr>
      </p:pic>
      <p:sp>
        <p:nvSpPr>
          <p:cNvPr id="189" name="Google Shape;189;p11"/>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190" name="Google Shape;190;p11"/>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Activity 1:</a:t>
            </a:r>
            <a:endParaRPr/>
          </a:p>
        </p:txBody>
      </p:sp>
      <p:sp>
        <p:nvSpPr>
          <p:cNvPr id="191" name="Google Shape;191;p11"/>
          <p:cNvSpPr txBox="1"/>
          <p:nvPr>
            <p:ph idx="4" type="body"/>
          </p:nvPr>
        </p:nvSpPr>
        <p:spPr>
          <a:xfrm>
            <a:off x="4645025" y="2174875"/>
            <a:ext cx="4041774" cy="3951287"/>
          </a:xfrm>
          <a:prstGeom prst="rect">
            <a:avLst/>
          </a:prstGeom>
          <a:solidFill>
            <a:srgbClr val="002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i="0" lang="en-US" sz="2400" u="none" cap="none" strike="noStrike">
                <a:solidFill>
                  <a:schemeClr val="lt1"/>
                </a:solidFill>
                <a:latin typeface="Times New Roman"/>
                <a:ea typeface="Times New Roman"/>
                <a:cs typeface="Times New Roman"/>
                <a:sym typeface="Times New Roman"/>
              </a:rPr>
              <a:t>What will be the negation of the following statement?</a:t>
            </a:r>
            <a:endParaRPr/>
          </a:p>
          <a:p>
            <a:pPr indent="0" lvl="0" marL="0" marR="0" rtl="0" algn="ctr">
              <a:lnSpc>
                <a:spcPct val="100000"/>
              </a:lnSpc>
              <a:spcBef>
                <a:spcPts val="480"/>
              </a:spcBef>
              <a:spcAft>
                <a:spcPts val="0"/>
              </a:spcAft>
              <a:buClr>
                <a:srgbClr val="FF0000"/>
              </a:buClr>
              <a:buSzPts val="600"/>
              <a:buFont typeface="Times New Roman"/>
              <a:buNone/>
            </a:pPr>
            <a:r>
              <a:rPr b="0" i="0" lang="en-US" sz="2400" u="none" cap="none" strike="noStrike">
                <a:solidFill>
                  <a:schemeClr val="lt1"/>
                </a:solidFill>
                <a:latin typeface="Times New Roman"/>
                <a:ea typeface="Times New Roman"/>
                <a:cs typeface="Times New Roman"/>
                <a:sym typeface="Times New Roman"/>
              </a:rPr>
              <a:t>“All computer scientists are men.”</a:t>
            </a:r>
            <a:endParaRPr/>
          </a:p>
          <a:p>
            <a:pPr indent="-457200" lvl="0" marL="457200" marR="0" rtl="0" algn="l">
              <a:lnSpc>
                <a:spcPct val="100000"/>
              </a:lnSpc>
              <a:spcBef>
                <a:spcPts val="400"/>
              </a:spcBef>
              <a:spcAft>
                <a:spcPts val="0"/>
              </a:spcAft>
              <a:buClr>
                <a:srgbClr val="7030A0"/>
              </a:buClr>
              <a:buSzPts val="2000"/>
              <a:buFont typeface="Times New Roman"/>
              <a:buAutoNum type="alphaLcPeriod"/>
            </a:pPr>
            <a:r>
              <a:rPr b="0" i="0" lang="en-US" sz="2000" u="none" cap="none" strike="noStrike">
                <a:solidFill>
                  <a:schemeClr val="lt1"/>
                </a:solidFill>
                <a:latin typeface="Times New Roman"/>
                <a:ea typeface="Times New Roman"/>
                <a:cs typeface="Times New Roman"/>
                <a:sym typeface="Times New Roman"/>
              </a:rPr>
              <a:t>“No computer scientists are men.”</a:t>
            </a:r>
            <a:endParaRPr/>
          </a:p>
          <a:p>
            <a:pPr indent="-457200" lvl="0" marL="457200" marR="0" rtl="0" algn="l">
              <a:lnSpc>
                <a:spcPct val="100000"/>
              </a:lnSpc>
              <a:spcBef>
                <a:spcPts val="400"/>
              </a:spcBef>
              <a:spcAft>
                <a:spcPts val="0"/>
              </a:spcAft>
              <a:buClr>
                <a:srgbClr val="7030A0"/>
              </a:buClr>
              <a:buSzPts val="2000"/>
              <a:buFont typeface="Times New Roman"/>
              <a:buAutoNum type="alphaLcPeriod"/>
            </a:pPr>
            <a:r>
              <a:rPr b="0" i="0" lang="en-US" sz="2000" u="none" cap="none" strike="noStrike">
                <a:solidFill>
                  <a:schemeClr val="lt1"/>
                </a:solidFill>
                <a:latin typeface="Times New Roman"/>
                <a:ea typeface="Times New Roman"/>
                <a:cs typeface="Times New Roman"/>
                <a:sym typeface="Times New Roman"/>
              </a:rPr>
              <a:t>“Some computer scientists are men.”</a:t>
            </a:r>
            <a:endParaRPr/>
          </a:p>
          <a:p>
            <a:pPr indent="-12700" lvl="0" marL="342900" rtl="0" algn="l">
              <a:lnSpc>
                <a:spcPct val="100000"/>
              </a:lnSpc>
              <a:spcBef>
                <a:spcPts val="640"/>
              </a:spcBef>
              <a:spcAft>
                <a:spcPts val="0"/>
              </a:spcAft>
              <a:buSzPts val="2000"/>
              <a:buNone/>
            </a:pPr>
            <a:r>
              <a:t/>
            </a:r>
            <a:endParaRPr b="0" i="0" sz="2000" u="none" cap="none" strike="noStrike">
              <a:solidFill>
                <a:srgbClr val="7030A0"/>
              </a:solidFill>
              <a:latin typeface="Times New Roman"/>
              <a:ea typeface="Times New Roman"/>
              <a:cs typeface="Times New Roman"/>
              <a:sym typeface="Times New Roman"/>
            </a:endParaRPr>
          </a:p>
          <a:p>
            <a:pPr indent="-12700" lvl="0" marL="342900" rtl="0" algn="l">
              <a:lnSpc>
                <a:spcPct val="100000"/>
              </a:lnSpc>
              <a:spcBef>
                <a:spcPts val="640"/>
              </a:spcBef>
              <a:spcAft>
                <a:spcPts val="0"/>
              </a:spcAft>
              <a:buSzPts val="2000"/>
              <a:buNone/>
            </a:pPr>
            <a:r>
              <a:t/>
            </a:r>
            <a:endParaRPr b="0" i="0" sz="2000" u="none" cap="none" strike="noStrike">
              <a:solidFill>
                <a:srgbClr val="7030A0"/>
              </a:solidFill>
              <a:latin typeface="Times New Roman"/>
              <a:ea typeface="Times New Roman"/>
              <a:cs typeface="Times New Roman"/>
              <a:sym typeface="Times New Roman"/>
            </a:endParaRPr>
          </a:p>
          <a:p>
            <a:pPr indent="-12700" lvl="0" marL="342900" rtl="0" algn="l">
              <a:lnSpc>
                <a:spcPct val="100000"/>
              </a:lnSpc>
              <a:spcBef>
                <a:spcPts val="640"/>
              </a:spcBef>
              <a:spcAft>
                <a:spcPts val="0"/>
              </a:spcAft>
              <a:buSzPts val="2000"/>
              <a:buNone/>
            </a:pPr>
            <a:r>
              <a:t/>
            </a:r>
            <a:endParaRPr b="0" i="0" sz="2000" u="none" cap="none" strike="noStrike">
              <a:solidFill>
                <a:srgbClr val="7030A0"/>
              </a:solidFill>
              <a:latin typeface="Times New Roman"/>
              <a:ea typeface="Times New Roman"/>
              <a:cs typeface="Times New Roman"/>
              <a:sym typeface="Times New Roman"/>
            </a:endParaRPr>
          </a:p>
          <a:p>
            <a:pPr indent="-12700" lvl="0" marL="342900" rtl="0" algn="l">
              <a:lnSpc>
                <a:spcPct val="100000"/>
              </a:lnSpc>
              <a:spcBef>
                <a:spcPts val="640"/>
              </a:spcBef>
              <a:spcAft>
                <a:spcPts val="0"/>
              </a:spcAft>
              <a:buSzPts val="2000"/>
              <a:buNone/>
            </a:pPr>
            <a:r>
              <a:t/>
            </a:r>
            <a:endParaRPr b="0" i="0" sz="2000" u="none" cap="none" strike="noStrike">
              <a:solidFill>
                <a:srgbClr val="7030A0"/>
              </a:solidFill>
              <a:latin typeface="Times New Roman"/>
              <a:ea typeface="Times New Roman"/>
              <a:cs typeface="Times New Roman"/>
              <a:sym typeface="Times New Roman"/>
            </a:endParaRPr>
          </a:p>
        </p:txBody>
      </p:sp>
      <p:sp>
        <p:nvSpPr>
          <p:cNvPr id="192" name="Google Shape;192;p11"/>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193" name="Google Shape;193;p11"/>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194" name="Google Shape;194;p11"/>
          <p:cNvPicPr preferRelativeResize="0"/>
          <p:nvPr/>
        </p:nvPicPr>
        <p:blipFill rotWithShape="1">
          <a:blip r:embed="rId4">
            <a:alphaModFix/>
          </a:blip>
          <a:srcRect b="0" l="0" r="0" t="0"/>
          <a:stretch/>
        </p:blipFill>
        <p:spPr>
          <a:xfrm>
            <a:off x="1093694" y="3429000"/>
            <a:ext cx="2411505" cy="2133600"/>
          </a:xfrm>
          <a:prstGeom prst="rect">
            <a:avLst/>
          </a:prstGeom>
          <a:noFill/>
          <a:ln>
            <a:noFill/>
          </a:ln>
        </p:spPr>
      </p:pic>
      <p:graphicFrame>
        <p:nvGraphicFramePr>
          <p:cNvPr id="195" name="Google Shape;195;p11"/>
          <p:cNvGraphicFramePr/>
          <p:nvPr/>
        </p:nvGraphicFramePr>
        <p:xfrm>
          <a:off x="4724400" y="4457700"/>
          <a:ext cx="3000000" cy="3000000"/>
        </p:xfrm>
        <a:graphic>
          <a:graphicData uri="http://schemas.openxmlformats.org/drawingml/2006/table">
            <a:tbl>
              <a:tblPr>
                <a:noFill/>
                <a:tableStyleId>{CD11E121-E626-44CE-B814-EB29B0E2F87B}</a:tableStyleId>
              </a:tblPr>
              <a:tblGrid>
                <a:gridCol w="3714750"/>
              </a:tblGrid>
              <a:tr h="8191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lnL cap="flat" cmpd="sng" w="12700">
                      <a:solidFill>
                        <a:srgbClr val="FF0000"/>
                      </a:solidFill>
                      <a:prstDash val="solid"/>
                      <a:round/>
                      <a:headEnd len="sm" w="sm" type="none"/>
                      <a:tailEnd len="sm" w="sm" type="none"/>
                    </a:lnL>
                    <a:lnR cap="flat" cmpd="sng" w="12700">
                      <a:solidFill>
                        <a:srgbClr val="FF0000"/>
                      </a:solidFill>
                      <a:prstDash val="solid"/>
                      <a:round/>
                      <a:headEnd len="sm" w="sm" type="none"/>
                      <a:tailEnd len="sm" w="sm" type="none"/>
                    </a:lnR>
                    <a:lnT cap="flat" cmpd="sng" w="12700">
                      <a:solidFill>
                        <a:srgbClr val="FF0000"/>
                      </a:solidFill>
                      <a:prstDash val="solid"/>
                      <a:round/>
                      <a:headEnd len="sm" w="sm" type="none"/>
                      <a:tailEnd len="sm" w="sm" type="none"/>
                    </a:lnT>
                    <a:lnB cap="flat" cmpd="sng" w="12700">
                      <a:solidFill>
                        <a:srgbClr val="FF0000"/>
                      </a:solidFill>
                      <a:prstDash val="solid"/>
                      <a:round/>
                      <a:headEnd len="sm" w="sm" type="none"/>
                      <a:tailEnd len="sm" w="sm" type="none"/>
                    </a:lnB>
                  </a:tcPr>
                </a:tc>
              </a:tr>
            </a:tbl>
          </a:graphicData>
        </a:graphic>
      </p:graphicFrame>
    </p:spTree>
  </p:cSld>
  <p:clrMapOvr>
    <a:masterClrMapping/>
  </p:clrMapOvr>
  <p:transition spd="slow">
    <p:cu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
                                        <p:tgtEl>
                                          <p:spTgt spid="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0" name="Shape 200"/>
        <p:cNvGrpSpPr/>
        <p:nvPr/>
      </p:nvGrpSpPr>
      <p:grpSpPr>
        <a:xfrm>
          <a:off x="0" y="0"/>
          <a:ext cx="0" cy="0"/>
          <a:chOff x="0" y="0"/>
          <a:chExt cx="0" cy="0"/>
        </a:xfrm>
      </p:grpSpPr>
      <p:sp>
        <p:nvSpPr>
          <p:cNvPr id="201" name="Google Shape;201;p12"/>
          <p:cNvSpPr txBox="1"/>
          <p:nvPr>
            <p:ph type="title"/>
          </p:nvPr>
        </p:nvSpPr>
        <p:spPr>
          <a:xfrm>
            <a:off x="457200" y="304800"/>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 </a:t>
            </a:r>
            <a:r>
              <a:rPr b="1" lang="en-US" sz="2800">
                <a:solidFill>
                  <a:schemeClr val="dk1"/>
                </a:solidFill>
                <a:latin typeface="Times New Roman"/>
                <a:ea typeface="Times New Roman"/>
                <a:cs typeface="Times New Roman"/>
                <a:sym typeface="Times New Roman"/>
              </a:rPr>
              <a:t>- </a:t>
            </a:r>
            <a:r>
              <a:rPr b="1" lang="en-US" sz="2800">
                <a:solidFill>
                  <a:srgbClr val="00B050"/>
                </a:solidFill>
                <a:latin typeface="Times New Roman"/>
                <a:ea typeface="Times New Roman"/>
                <a:cs typeface="Times New Roman"/>
                <a:sym typeface="Times New Roman"/>
              </a:rPr>
              <a:t>conjuction</a:t>
            </a:r>
            <a:endParaRPr b="0" i="0" sz="2800" u="none" cap="none" strike="noStrike">
              <a:solidFill>
                <a:srgbClr val="00B050"/>
              </a:solidFill>
              <a:latin typeface="Times New Roman"/>
              <a:ea typeface="Times New Roman"/>
              <a:cs typeface="Times New Roman"/>
              <a:sym typeface="Times New Roman"/>
            </a:endParaRPr>
          </a:p>
        </p:txBody>
      </p:sp>
      <p:sp>
        <p:nvSpPr>
          <p:cNvPr id="202" name="Google Shape;202;p12"/>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7030A0"/>
              </a:buClr>
              <a:buSzPts val="600"/>
              <a:buFont typeface="Arial"/>
              <a:buNone/>
            </a:pPr>
            <a:r>
              <a:rPr b="1" i="0" lang="en-US" sz="2400" u="none" cap="none" strike="noStrike">
                <a:solidFill>
                  <a:srgbClr val="0070C0"/>
                </a:solidFill>
                <a:latin typeface="Arial"/>
                <a:ea typeface="Arial"/>
                <a:cs typeface="Arial"/>
                <a:sym typeface="Arial"/>
              </a:rPr>
              <a:t>definition</a:t>
            </a:r>
            <a:endParaRPr b="1" i="0" sz="2400" u="none" cap="none" strike="noStrike">
              <a:solidFill>
                <a:srgbClr val="0070C0"/>
              </a:solidFill>
              <a:latin typeface="Arial"/>
              <a:ea typeface="Arial"/>
              <a:cs typeface="Arial"/>
              <a:sym typeface="Arial"/>
            </a:endParaRPr>
          </a:p>
        </p:txBody>
      </p:sp>
      <p:pic>
        <p:nvPicPr>
          <p:cNvPr id="203" name="Google Shape;203;p12"/>
          <p:cNvPicPr preferRelativeResize="0"/>
          <p:nvPr/>
        </p:nvPicPr>
        <p:blipFill rotWithShape="1">
          <a:blip r:embed="rId3">
            <a:alphaModFix/>
          </a:blip>
          <a:srcRect b="0" l="0" r="0" t="0"/>
          <a:stretch/>
        </p:blipFill>
        <p:spPr>
          <a:xfrm>
            <a:off x="457200" y="2174875"/>
            <a:ext cx="4040188" cy="3951288"/>
          </a:xfrm>
          <a:prstGeom prst="rect">
            <a:avLst/>
          </a:prstGeom>
          <a:noFill/>
          <a:ln>
            <a:noFill/>
          </a:ln>
        </p:spPr>
      </p:pic>
      <p:sp>
        <p:nvSpPr>
          <p:cNvPr id="204" name="Google Shape;204;p12"/>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205" name="Google Shape;205;p12"/>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70C0"/>
              </a:buClr>
              <a:buSzPts val="600"/>
              <a:buFont typeface="Times New Roman"/>
              <a:buNone/>
            </a:pPr>
            <a:r>
              <a:rPr b="1" i="0" lang="en-US" sz="2400" u="none" cap="none" strike="noStrike">
                <a:solidFill>
                  <a:srgbClr val="0070C0"/>
                </a:solidFill>
                <a:latin typeface="Times New Roman"/>
                <a:ea typeface="Times New Roman"/>
                <a:cs typeface="Times New Roman"/>
                <a:sym typeface="Times New Roman"/>
              </a:rPr>
              <a:t>Example</a:t>
            </a:r>
            <a:endParaRPr b="1" i="0" sz="2400" u="none" cap="none" strike="noStrike">
              <a:solidFill>
                <a:srgbClr val="0070C0"/>
              </a:solidFill>
              <a:latin typeface="Times New Roman"/>
              <a:ea typeface="Times New Roman"/>
              <a:cs typeface="Times New Roman"/>
              <a:sym typeface="Times New Roman"/>
            </a:endParaRPr>
          </a:p>
        </p:txBody>
      </p:sp>
      <p:sp>
        <p:nvSpPr>
          <p:cNvPr id="206" name="Google Shape;206;p12"/>
          <p:cNvSpPr txBox="1"/>
          <p:nvPr>
            <p:ph idx="4" type="body"/>
          </p:nvPr>
        </p:nvSpPr>
        <p:spPr>
          <a:xfrm>
            <a:off x="4645025" y="2174875"/>
            <a:ext cx="4041774" cy="3951287"/>
          </a:xfrm>
          <a:prstGeom prst="rect">
            <a:avLst/>
          </a:prstGeom>
          <a:blipFill rotWithShape="1">
            <a:blip r:embed="rId4">
              <a:alphaModFix/>
            </a:blip>
            <a:stretch>
              <a:fillRect b="0" l="-1954" r="0" t="-1076"/>
            </a:stretch>
          </a:blip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139700" lvl="0" marL="342900" rtl="0" algn="l">
              <a:lnSpc>
                <a:spcPct val="100000"/>
              </a:lnSpc>
              <a:spcBef>
                <a:spcPts val="0"/>
              </a:spcBef>
              <a:spcAft>
                <a:spcPts val="0"/>
              </a:spcAft>
              <a:buSzPts val="1400"/>
              <a:buChar char="•"/>
            </a:pPr>
            <a:r>
              <a:rPr lang="en-US"/>
              <a:t> </a:t>
            </a:r>
            <a:endParaRPr/>
          </a:p>
        </p:txBody>
      </p:sp>
      <p:sp>
        <p:nvSpPr>
          <p:cNvPr id="207" name="Google Shape;207;p12"/>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208" name="Google Shape;208;p12"/>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209" name="Google Shape;209;p12"/>
          <p:cNvPicPr preferRelativeResize="0"/>
          <p:nvPr/>
        </p:nvPicPr>
        <p:blipFill rotWithShape="1">
          <a:blip r:embed="rId5">
            <a:alphaModFix/>
          </a:blip>
          <a:srcRect b="0" l="0" r="0" t="0"/>
          <a:stretch/>
        </p:blipFill>
        <p:spPr>
          <a:xfrm>
            <a:off x="1160585" y="4267200"/>
            <a:ext cx="2057400" cy="1716882"/>
          </a:xfrm>
          <a:prstGeom prst="rect">
            <a:avLst/>
          </a:prstGeom>
          <a:noFill/>
          <a:ln>
            <a:noFill/>
          </a:ln>
        </p:spPr>
      </p:pic>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4" name="Shape 214"/>
        <p:cNvGrpSpPr/>
        <p:nvPr/>
      </p:nvGrpSpPr>
      <p:grpSpPr>
        <a:xfrm>
          <a:off x="0" y="0"/>
          <a:ext cx="0" cy="0"/>
          <a:chOff x="0" y="0"/>
          <a:chExt cx="0" cy="0"/>
        </a:xfrm>
      </p:grpSpPr>
      <p:sp>
        <p:nvSpPr>
          <p:cNvPr id="215" name="Google Shape;215;p13"/>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2800"/>
              <a:buFont typeface="Arial"/>
              <a:buNone/>
            </a:pPr>
            <a:r>
              <a:rPr b="1" lang="en-US" sz="2800"/>
              <a:t>Compound proposition</a:t>
            </a:r>
            <a:r>
              <a:rPr b="1" lang="en-US" sz="2800">
                <a:solidFill>
                  <a:schemeClr val="dk1"/>
                </a:solidFill>
                <a:latin typeface="Times New Roman"/>
                <a:ea typeface="Times New Roman"/>
                <a:cs typeface="Times New Roman"/>
                <a:sym typeface="Times New Roman"/>
              </a:rPr>
              <a:t>- </a:t>
            </a:r>
            <a:r>
              <a:rPr b="1" lang="en-US" sz="2800">
                <a:solidFill>
                  <a:srgbClr val="0070C0"/>
                </a:solidFill>
              </a:rPr>
              <a:t>Disjunction</a:t>
            </a:r>
            <a:endParaRPr b="1" sz="2800">
              <a:solidFill>
                <a:srgbClr val="0070C0"/>
              </a:solidFill>
            </a:endParaRPr>
          </a:p>
        </p:txBody>
      </p:sp>
      <p:sp>
        <p:nvSpPr>
          <p:cNvPr id="216" name="Google Shape;216;p13"/>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700"/>
              <a:buFont typeface="Arial"/>
              <a:buNone/>
            </a:pPr>
            <a:r>
              <a:rPr b="1" i="0" lang="en-US" sz="2800" u="none" cap="none" strike="noStrike">
                <a:solidFill>
                  <a:srgbClr val="002060"/>
                </a:solidFill>
                <a:latin typeface="Arial"/>
                <a:ea typeface="Arial"/>
                <a:cs typeface="Arial"/>
                <a:sym typeface="Arial"/>
              </a:rPr>
              <a:t>definition</a:t>
            </a:r>
            <a:endParaRPr b="1" i="0" sz="2800" u="none" cap="none" strike="noStrike">
              <a:solidFill>
                <a:srgbClr val="002060"/>
              </a:solidFill>
              <a:latin typeface="Arial"/>
              <a:ea typeface="Arial"/>
              <a:cs typeface="Arial"/>
              <a:sym typeface="Arial"/>
            </a:endParaRPr>
          </a:p>
        </p:txBody>
      </p:sp>
      <p:pic>
        <p:nvPicPr>
          <p:cNvPr id="217" name="Google Shape;217;p13"/>
          <p:cNvPicPr preferRelativeResize="0"/>
          <p:nvPr/>
        </p:nvPicPr>
        <p:blipFill rotWithShape="1">
          <a:blip r:embed="rId3">
            <a:alphaModFix/>
          </a:blip>
          <a:srcRect b="0" l="0" r="0" t="0"/>
          <a:stretch/>
        </p:blipFill>
        <p:spPr>
          <a:xfrm>
            <a:off x="457200" y="2174875"/>
            <a:ext cx="4040187" cy="3951287"/>
          </a:xfrm>
          <a:prstGeom prst="rect">
            <a:avLst/>
          </a:prstGeom>
          <a:noFill/>
          <a:ln>
            <a:noFill/>
          </a:ln>
        </p:spPr>
      </p:pic>
      <p:sp>
        <p:nvSpPr>
          <p:cNvPr id="218" name="Google Shape;218;p13"/>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219" name="Google Shape;219;p13"/>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70C0"/>
              </a:buClr>
              <a:buSzPts val="600"/>
              <a:buFont typeface="Times New Roman"/>
              <a:buNone/>
            </a:pPr>
            <a:r>
              <a:rPr b="1" i="0" lang="en-US" sz="2400" u="none" cap="none" strike="noStrike">
                <a:solidFill>
                  <a:srgbClr val="0070C0"/>
                </a:solidFill>
                <a:latin typeface="Times New Roman"/>
                <a:ea typeface="Times New Roman"/>
                <a:cs typeface="Times New Roman"/>
                <a:sym typeface="Times New Roman"/>
              </a:rPr>
              <a:t>Example:</a:t>
            </a:r>
            <a:endParaRPr/>
          </a:p>
        </p:txBody>
      </p:sp>
      <p:sp>
        <p:nvSpPr>
          <p:cNvPr id="220" name="Google Shape;220;p13"/>
          <p:cNvSpPr txBox="1"/>
          <p:nvPr>
            <p:ph idx="4" type="body"/>
          </p:nvPr>
        </p:nvSpPr>
        <p:spPr>
          <a:xfrm>
            <a:off x="4645025" y="2174875"/>
            <a:ext cx="4041774" cy="3951287"/>
          </a:xfrm>
          <a:prstGeom prst="rect">
            <a:avLst/>
          </a:prstGeom>
          <a:blipFill rotWithShape="1">
            <a:blip r:embed="rId4">
              <a:alphaModFix/>
            </a:blip>
            <a:stretch>
              <a:fillRect b="-4935" l="-903" r="0" t="-1234"/>
            </a:stretch>
          </a:blipFill>
          <a:ln>
            <a:noFill/>
          </a:ln>
        </p:spPr>
        <p:txBody>
          <a:bodyPr anchorCtr="0" anchor="t" bIns="91425" lIns="91425" spcFirstLastPara="1" rIns="91425" wrap="square" tIns="91425">
            <a:noAutofit/>
          </a:bodyPr>
          <a:lstStyle/>
          <a:p>
            <a:pPr indent="-139700" lvl="0" marL="342900" rtl="0" algn="l">
              <a:lnSpc>
                <a:spcPct val="100000"/>
              </a:lnSpc>
              <a:spcBef>
                <a:spcPts val="0"/>
              </a:spcBef>
              <a:spcAft>
                <a:spcPts val="0"/>
              </a:spcAft>
              <a:buSzPts val="1400"/>
              <a:buChar char="•"/>
            </a:pPr>
            <a:r>
              <a:rPr lang="en-US"/>
              <a:t> </a:t>
            </a:r>
            <a:endParaRPr/>
          </a:p>
        </p:txBody>
      </p:sp>
      <p:sp>
        <p:nvSpPr>
          <p:cNvPr id="221" name="Google Shape;221;p13"/>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222" name="Google Shape;222;p13"/>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223" name="Google Shape;223;p13"/>
          <p:cNvPicPr preferRelativeResize="0"/>
          <p:nvPr/>
        </p:nvPicPr>
        <p:blipFill rotWithShape="1">
          <a:blip r:embed="rId5">
            <a:alphaModFix/>
          </a:blip>
          <a:srcRect b="0" l="0" r="0" t="0"/>
          <a:stretch/>
        </p:blipFill>
        <p:spPr>
          <a:xfrm>
            <a:off x="1306286" y="4267201"/>
            <a:ext cx="2057399" cy="1858962"/>
          </a:xfrm>
          <a:prstGeom prst="rect">
            <a:avLst/>
          </a:prstGeom>
          <a:noFill/>
          <a:ln>
            <a:noFill/>
          </a:ln>
        </p:spPr>
      </p:pic>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8" name="Shape 228"/>
        <p:cNvGrpSpPr/>
        <p:nvPr/>
      </p:nvGrpSpPr>
      <p:grpSpPr>
        <a:xfrm>
          <a:off x="0" y="0"/>
          <a:ext cx="0" cy="0"/>
          <a:chOff x="0" y="0"/>
          <a:chExt cx="0" cy="0"/>
        </a:xfrm>
      </p:grpSpPr>
      <p:sp>
        <p:nvSpPr>
          <p:cNvPr id="229" name="Google Shape;229;p14"/>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2400"/>
              <a:buFont typeface="Arial"/>
              <a:buNone/>
            </a:pPr>
            <a:r>
              <a:rPr b="1" lang="en-US" sz="2400"/>
              <a:t>Compound proposition-  </a:t>
            </a:r>
            <a:r>
              <a:rPr b="1" lang="en-US" sz="2400">
                <a:solidFill>
                  <a:srgbClr val="002060"/>
                </a:solidFill>
              </a:rPr>
              <a:t>Exclusive OR</a:t>
            </a:r>
            <a:endParaRPr/>
          </a:p>
        </p:txBody>
      </p:sp>
      <p:sp>
        <p:nvSpPr>
          <p:cNvPr id="230" name="Google Shape;230;p14"/>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700"/>
              <a:buFont typeface="Arial"/>
              <a:buNone/>
            </a:pPr>
            <a:r>
              <a:rPr b="1" i="0" lang="en-US" sz="2800" u="none" cap="none" strike="noStrike">
                <a:solidFill>
                  <a:srgbClr val="002060"/>
                </a:solidFill>
                <a:latin typeface="Arial"/>
                <a:ea typeface="Arial"/>
                <a:cs typeface="Arial"/>
                <a:sym typeface="Arial"/>
              </a:rPr>
              <a:t>Exclusive OR</a:t>
            </a:r>
            <a:endParaRPr/>
          </a:p>
        </p:txBody>
      </p:sp>
      <p:pic>
        <p:nvPicPr>
          <p:cNvPr id="231" name="Google Shape;231;p14"/>
          <p:cNvPicPr preferRelativeResize="0"/>
          <p:nvPr/>
        </p:nvPicPr>
        <p:blipFill rotWithShape="1">
          <a:blip r:embed="rId3">
            <a:alphaModFix/>
          </a:blip>
          <a:srcRect b="0" l="0" r="0" t="0"/>
          <a:stretch/>
        </p:blipFill>
        <p:spPr>
          <a:xfrm>
            <a:off x="457200" y="2174875"/>
            <a:ext cx="4040187" cy="3951287"/>
          </a:xfrm>
          <a:prstGeom prst="rect">
            <a:avLst/>
          </a:prstGeom>
          <a:noFill/>
          <a:ln>
            <a:noFill/>
          </a:ln>
        </p:spPr>
      </p:pic>
      <p:sp>
        <p:nvSpPr>
          <p:cNvPr id="232" name="Google Shape;232;p14"/>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233" name="Google Shape;233;p14"/>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lang="en-US" sz="2400">
                <a:solidFill>
                  <a:schemeClr val="dk1"/>
                </a:solidFill>
                <a:latin typeface="Times New Roman"/>
                <a:ea typeface="Times New Roman"/>
                <a:cs typeface="Times New Roman"/>
                <a:sym typeface="Times New Roman"/>
              </a:rPr>
              <a:t>Example</a:t>
            </a:r>
            <a:endParaRPr b="1" i="0" sz="2400" u="none" cap="none" strike="noStrike">
              <a:solidFill>
                <a:schemeClr val="dk1"/>
              </a:solidFill>
              <a:latin typeface="Times New Roman"/>
              <a:ea typeface="Times New Roman"/>
              <a:cs typeface="Times New Roman"/>
              <a:sym typeface="Times New Roman"/>
            </a:endParaRPr>
          </a:p>
        </p:txBody>
      </p:sp>
      <p:sp>
        <p:nvSpPr>
          <p:cNvPr id="234" name="Google Shape;234;p14"/>
          <p:cNvSpPr txBox="1"/>
          <p:nvPr>
            <p:ph idx="4" type="body"/>
          </p:nvPr>
        </p:nvSpPr>
        <p:spPr>
          <a:xfrm>
            <a:off x="4645025" y="2174875"/>
            <a:ext cx="4041774"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“Các sinh viên học công nghệ phần mềm hoặc  hệ thống thông tin, nhưng không cả hai  đều có thể theo học lớp này”.</a:t>
            </a:r>
            <a:endParaRPr sz="1800">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Thực đơn của nhà hàng ghi </a:t>
            </a:r>
            <a:endParaRPr/>
          </a:p>
          <a:p>
            <a:pPr indent="0" lvl="0" marL="0" marR="0" rtl="0" algn="just">
              <a:lnSpc>
                <a:spcPct val="100000"/>
              </a:lnSpc>
              <a:spcBef>
                <a:spcPts val="0"/>
              </a:spcBef>
              <a:spcAft>
                <a:spcPts val="0"/>
              </a:spcAft>
              <a:buClr>
                <a:schemeClr val="dk1"/>
              </a:buClr>
              <a:buSzPts val="2000"/>
              <a:buNone/>
            </a:pPr>
            <a:r>
              <a:rPr lang="en-US" sz="20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“món khai vị: súp hoặc </a:t>
            </a:r>
            <a:r>
              <a:rPr lang="en-US" sz="1800">
                <a:latin typeface="Times New Roman"/>
                <a:ea typeface="Times New Roman"/>
                <a:cs typeface="Times New Roman"/>
                <a:sym typeface="Times New Roman"/>
              </a:rPr>
              <a:t>salad</a:t>
            </a:r>
            <a:r>
              <a:rPr lang="en-US" sz="1800">
                <a:latin typeface="Times New Roman"/>
                <a:ea typeface="Times New Roman"/>
                <a:cs typeface="Times New Roman"/>
                <a:sym typeface="Times New Roman"/>
              </a:rPr>
              <a:t>”</a:t>
            </a:r>
            <a:endParaRPr/>
          </a:p>
          <a:p>
            <a:pPr indent="-285750" lvl="0" marL="285750" marR="0" rtl="0" algn="l">
              <a:lnSpc>
                <a:spcPct val="100000"/>
              </a:lnSpc>
              <a:spcBef>
                <a:spcPts val="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p = “Tôi sẽ đạt loại A môn học này.”</a:t>
            </a:r>
            <a:endParaRPr/>
          </a:p>
          <a:p>
            <a:pPr indent="0" lvl="0" marL="0" marR="0" rtl="0" algn="l">
              <a:lnSpc>
                <a:spcPct val="100000"/>
              </a:lnSpc>
              <a:spcBef>
                <a:spcPts val="0"/>
              </a:spcBef>
              <a:spcAft>
                <a:spcPts val="0"/>
              </a:spcAft>
              <a:buClr>
                <a:schemeClr val="dk1"/>
              </a:buClr>
              <a:buSzPts val="1800"/>
              <a:buNone/>
            </a:pPr>
            <a:r>
              <a:rPr lang="en-US" sz="1800">
                <a:latin typeface="Times New Roman"/>
                <a:ea typeface="Times New Roman"/>
                <a:cs typeface="Times New Roman"/>
                <a:sym typeface="Times New Roman"/>
              </a:rPr>
              <a:t>     q = “Tôi sẽ hỏng môn học này.”</a:t>
            </a:r>
            <a:endParaRPr/>
          </a:p>
          <a:p>
            <a:pPr indent="0" lvl="0" marL="0" marR="0" rtl="0" algn="l">
              <a:lnSpc>
                <a:spcPct val="100000"/>
              </a:lnSpc>
              <a:spcBef>
                <a:spcPts val="0"/>
              </a:spcBef>
              <a:spcAft>
                <a:spcPts val="0"/>
              </a:spcAft>
              <a:buClr>
                <a:schemeClr val="dk1"/>
              </a:buClr>
              <a:buSzPts val="1800"/>
              <a:buNone/>
            </a:pPr>
            <a:r>
              <a:rPr lang="en-US" sz="1800">
                <a:latin typeface="Times New Roman"/>
                <a:ea typeface="Times New Roman"/>
                <a:cs typeface="Times New Roman"/>
                <a:sym typeface="Times New Roman"/>
              </a:rPr>
              <a:t>   “Hoặc là tôi sẽ đạt loại A môn học này, hoặc là tôi sẽ hỏng môn học này. (nhưng không cả hai!)”</a:t>
            </a:r>
            <a:endParaRPr sz="1800">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Times New Roman"/>
              <a:buNone/>
            </a:pPr>
            <a:r>
              <a:t/>
            </a:r>
            <a:endParaRPr b="0" i="0" sz="2400" u="none" cap="none" strike="noStrike">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Times New Roman"/>
              <a:buNone/>
            </a:pPr>
            <a:r>
              <a:t/>
            </a:r>
            <a:endParaRPr sz="2400">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Times New Roman"/>
              <a:buNone/>
            </a:pPr>
            <a:r>
              <a:t/>
            </a:r>
            <a:endParaRPr b="0" i="0" sz="2400" u="none" cap="none" strike="noStrike">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Times New Roman"/>
              <a:buNone/>
            </a:pPr>
            <a:r>
              <a:t/>
            </a:r>
            <a:endParaRPr sz="2400">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Times New Roman"/>
              <a:buNone/>
            </a:pPr>
            <a:r>
              <a:t/>
            </a:r>
            <a:endParaRPr b="0" i="0" sz="2400" u="none" cap="none" strike="noStrike">
              <a:latin typeface="Times New Roman"/>
              <a:ea typeface="Times New Roman"/>
              <a:cs typeface="Times New Roman"/>
              <a:sym typeface="Times New Roman"/>
            </a:endParaRPr>
          </a:p>
        </p:txBody>
      </p:sp>
      <p:sp>
        <p:nvSpPr>
          <p:cNvPr id="235" name="Google Shape;235;p14"/>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236" name="Google Shape;236;p14"/>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237" name="Google Shape;237;p14"/>
          <p:cNvPicPr preferRelativeResize="0"/>
          <p:nvPr/>
        </p:nvPicPr>
        <p:blipFill rotWithShape="1">
          <a:blip r:embed="rId4">
            <a:alphaModFix/>
          </a:blip>
          <a:srcRect b="0" l="0" r="0" t="0"/>
          <a:stretch/>
        </p:blipFill>
        <p:spPr>
          <a:xfrm>
            <a:off x="1295400" y="3827585"/>
            <a:ext cx="2133599" cy="2064773"/>
          </a:xfrm>
          <a:prstGeom prst="rect">
            <a:avLst/>
          </a:prstGeom>
          <a:noFill/>
          <a:ln>
            <a:noFill/>
          </a:ln>
        </p:spPr>
      </p:pic>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2" name="Shape 242"/>
        <p:cNvGrpSpPr/>
        <p:nvPr/>
      </p:nvGrpSpPr>
      <p:grpSpPr>
        <a:xfrm>
          <a:off x="0" y="0"/>
          <a:ext cx="0" cy="0"/>
          <a:chOff x="0" y="0"/>
          <a:chExt cx="0" cy="0"/>
        </a:xfrm>
      </p:grpSpPr>
      <p:sp>
        <p:nvSpPr>
          <p:cNvPr id="243" name="Google Shape;243;p15"/>
          <p:cNvSpPr txBox="1"/>
          <p:nvPr>
            <p:ph type="title"/>
          </p:nvPr>
        </p:nvSpPr>
        <p:spPr>
          <a:xfrm>
            <a:off x="457200" y="228600"/>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 - </a:t>
            </a:r>
            <a:r>
              <a:rPr b="1" lang="en-US" sz="2800">
                <a:solidFill>
                  <a:srgbClr val="00B0F0"/>
                </a:solidFill>
              </a:rPr>
              <a:t>conditional</a:t>
            </a:r>
            <a:endParaRPr b="1" i="0" sz="2800" u="none" cap="none" strike="noStrike">
              <a:solidFill>
                <a:srgbClr val="00B0F0"/>
              </a:solidFill>
              <a:latin typeface="Times New Roman"/>
              <a:ea typeface="Times New Roman"/>
              <a:cs typeface="Times New Roman"/>
              <a:sym typeface="Times New Roman"/>
            </a:endParaRPr>
          </a:p>
        </p:txBody>
      </p:sp>
      <p:sp>
        <p:nvSpPr>
          <p:cNvPr id="244" name="Google Shape;244;p15"/>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600"/>
              <a:buFont typeface="Arial"/>
              <a:buNone/>
            </a:pPr>
            <a:r>
              <a:rPr b="1" i="0" lang="en-US" sz="2400" u="none" cap="none" strike="noStrike">
                <a:solidFill>
                  <a:srgbClr val="002060"/>
                </a:solidFill>
                <a:latin typeface="Arial"/>
                <a:ea typeface="Arial"/>
                <a:cs typeface="Arial"/>
                <a:sym typeface="Arial"/>
              </a:rPr>
              <a:t>Conditional (Implication)</a:t>
            </a:r>
            <a:r>
              <a:rPr b="1" i="1" lang="en-US" sz="2400" u="none" cap="none" strike="noStrike">
                <a:solidFill>
                  <a:srgbClr val="002060"/>
                </a:solidFill>
                <a:latin typeface="Arial"/>
                <a:ea typeface="Arial"/>
                <a:cs typeface="Arial"/>
                <a:sym typeface="Arial"/>
              </a:rPr>
              <a:t> </a:t>
            </a:r>
            <a:endParaRPr/>
          </a:p>
        </p:txBody>
      </p:sp>
      <p:pic>
        <p:nvPicPr>
          <p:cNvPr id="245" name="Google Shape;245;p15"/>
          <p:cNvPicPr preferRelativeResize="0"/>
          <p:nvPr/>
        </p:nvPicPr>
        <p:blipFill rotWithShape="1">
          <a:blip r:embed="rId3">
            <a:alphaModFix/>
          </a:blip>
          <a:srcRect b="0" l="0" r="0" t="0"/>
          <a:stretch/>
        </p:blipFill>
        <p:spPr>
          <a:xfrm>
            <a:off x="457200" y="2174875"/>
            <a:ext cx="4040188" cy="3951288"/>
          </a:xfrm>
          <a:prstGeom prst="rect">
            <a:avLst/>
          </a:prstGeom>
          <a:noFill/>
          <a:ln>
            <a:noFill/>
          </a:ln>
        </p:spPr>
      </p:pic>
      <p:sp>
        <p:nvSpPr>
          <p:cNvPr id="246" name="Google Shape;246;p15"/>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247" name="Google Shape;247;p15"/>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600"/>
              <a:buFont typeface="Times New Roman"/>
              <a:buNone/>
            </a:pPr>
            <a:r>
              <a:rPr b="1" i="0" lang="en-US" sz="2400" u="none" cap="none" strike="noStrike">
                <a:solidFill>
                  <a:srgbClr val="002060"/>
                </a:solidFill>
                <a:latin typeface="Times New Roman"/>
                <a:ea typeface="Times New Roman"/>
                <a:cs typeface="Times New Roman"/>
                <a:sym typeface="Times New Roman"/>
              </a:rPr>
              <a:t>Example:</a:t>
            </a:r>
            <a:endParaRPr/>
          </a:p>
        </p:txBody>
      </p:sp>
      <p:sp>
        <p:nvSpPr>
          <p:cNvPr id="248" name="Google Shape;248;p15"/>
          <p:cNvSpPr txBox="1"/>
          <p:nvPr>
            <p:ph idx="4" type="body"/>
          </p:nvPr>
        </p:nvSpPr>
        <p:spPr>
          <a:xfrm>
            <a:off x="4645025" y="2174875"/>
            <a:ext cx="4041774" cy="3951287"/>
          </a:xfrm>
          <a:prstGeom prst="rect">
            <a:avLst/>
          </a:prstGeom>
          <a:blipFill rotWithShape="1">
            <a:blip r:embed="rId4">
              <a:alphaModFix/>
            </a:blip>
            <a:stretch>
              <a:fillRect b="0" l="-2111" r="-2261" t="-1234"/>
            </a:stretch>
          </a:blipFill>
          <a:ln>
            <a:noFill/>
          </a:ln>
        </p:spPr>
        <p:txBody>
          <a:bodyPr anchorCtr="0" anchor="t" bIns="91425" lIns="91425" spcFirstLastPara="1" rIns="91425" wrap="square" tIns="91425">
            <a:noAutofit/>
          </a:bodyPr>
          <a:lstStyle/>
          <a:p>
            <a:pPr indent="-139700" lvl="0" marL="342900" rtl="0" algn="l">
              <a:lnSpc>
                <a:spcPct val="100000"/>
              </a:lnSpc>
              <a:spcBef>
                <a:spcPts val="0"/>
              </a:spcBef>
              <a:spcAft>
                <a:spcPts val="0"/>
              </a:spcAft>
              <a:buSzPts val="1400"/>
              <a:buChar char="•"/>
            </a:pPr>
            <a:r>
              <a:rPr lang="en-US"/>
              <a:t> </a:t>
            </a:r>
            <a:endParaRPr/>
          </a:p>
        </p:txBody>
      </p:sp>
      <p:sp>
        <p:nvSpPr>
          <p:cNvPr id="249" name="Google Shape;249;p15"/>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250" name="Google Shape;250;p15"/>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251" name="Google Shape;251;p15"/>
          <p:cNvPicPr preferRelativeResize="0"/>
          <p:nvPr/>
        </p:nvPicPr>
        <p:blipFill rotWithShape="1">
          <a:blip r:embed="rId5">
            <a:alphaModFix/>
          </a:blip>
          <a:srcRect b="0" l="0" r="0" t="0"/>
          <a:stretch/>
        </p:blipFill>
        <p:spPr>
          <a:xfrm>
            <a:off x="1219994" y="3637084"/>
            <a:ext cx="2514600" cy="2209799"/>
          </a:xfrm>
          <a:prstGeom prst="rect">
            <a:avLst/>
          </a:prstGeom>
          <a:noFill/>
          <a:ln>
            <a:noFill/>
          </a:ln>
        </p:spPr>
      </p:pic>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6" name="Shape 256"/>
        <p:cNvGrpSpPr/>
        <p:nvPr/>
      </p:nvGrpSpPr>
      <p:grpSpPr>
        <a:xfrm>
          <a:off x="0" y="0"/>
          <a:ext cx="0" cy="0"/>
          <a:chOff x="0" y="0"/>
          <a:chExt cx="0" cy="0"/>
        </a:xfrm>
      </p:grpSpPr>
      <p:sp>
        <p:nvSpPr>
          <p:cNvPr id="257" name="Google Shape;257;p16"/>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 </a:t>
            </a:r>
            <a:r>
              <a:rPr b="1" lang="en-US" sz="2800">
                <a:solidFill>
                  <a:srgbClr val="00B0F0"/>
                </a:solidFill>
              </a:rPr>
              <a:t>conditional</a:t>
            </a:r>
            <a:endParaRPr b="1" i="0" sz="2800" u="none" cap="none" strike="noStrike">
              <a:solidFill>
                <a:schemeClr val="dk1"/>
              </a:solidFill>
              <a:latin typeface="Times New Roman"/>
              <a:ea typeface="Times New Roman"/>
              <a:cs typeface="Times New Roman"/>
              <a:sym typeface="Times New Roman"/>
            </a:endParaRPr>
          </a:p>
        </p:txBody>
      </p:sp>
      <p:pic>
        <p:nvPicPr>
          <p:cNvPr id="258" name="Google Shape;258;p16"/>
          <p:cNvPicPr preferRelativeResize="0"/>
          <p:nvPr/>
        </p:nvPicPr>
        <p:blipFill rotWithShape="1">
          <a:blip r:embed="rId3">
            <a:alphaModFix/>
          </a:blip>
          <a:srcRect b="0" l="0" r="0" t="0"/>
          <a:stretch/>
        </p:blipFill>
        <p:spPr>
          <a:xfrm>
            <a:off x="457200" y="1535112"/>
            <a:ext cx="4040187" cy="639761"/>
          </a:xfrm>
          <a:prstGeom prst="rect">
            <a:avLst/>
          </a:prstGeom>
          <a:noFill/>
          <a:ln>
            <a:noFill/>
          </a:ln>
        </p:spPr>
      </p:pic>
      <p:sp>
        <p:nvSpPr>
          <p:cNvPr id="259" name="Google Shape;259;p16"/>
          <p:cNvSpPr txBox="1"/>
          <p:nvPr>
            <p:ph idx="1" type="body"/>
          </p:nvPr>
        </p:nvSpPr>
        <p:spPr>
          <a:xfrm>
            <a:off x="457200" y="1535112"/>
            <a:ext cx="4040187" cy="639762"/>
          </a:xfrm>
          <a:prstGeom prst="rect">
            <a:avLst/>
          </a:prstGeom>
          <a:noFill/>
          <a:ln cap="flat" cmpd="sng" w="9525">
            <a:solidFill>
              <a:srgbClr val="000000"/>
            </a:solidFill>
            <a:prstDash val="solid"/>
            <a:round/>
            <a:headEnd len="sm" w="sm" type="none"/>
            <a:tailEnd len="sm" w="sm" type="none"/>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SzPts val="600"/>
              <a:buFont typeface="Times New Roman"/>
              <a:buNone/>
            </a:pPr>
            <a:r>
              <a:rPr b="1" i="0" lang="en-US" sz="2400" u="none" cap="none" strike="noStrike">
                <a:latin typeface="Times New Roman"/>
                <a:ea typeface="Times New Roman"/>
                <a:cs typeface="Times New Roman"/>
                <a:sym typeface="Times New Roman"/>
              </a:rPr>
              <a:t> </a:t>
            </a:r>
            <a:endParaRPr/>
          </a:p>
        </p:txBody>
      </p:sp>
      <p:sp>
        <p:nvSpPr>
          <p:cNvPr id="260" name="Google Shape;260;p16"/>
          <p:cNvSpPr txBox="1"/>
          <p:nvPr>
            <p:ph idx="2" type="body"/>
          </p:nvPr>
        </p:nvSpPr>
        <p:spPr>
          <a:xfrm>
            <a:off x="457200" y="2174875"/>
            <a:ext cx="4040187" cy="3951287"/>
          </a:xfrm>
          <a:prstGeom prst="rect">
            <a:avLst/>
          </a:prstGeom>
          <a:solidFill>
            <a:srgbClr val="E0E0E0"/>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0000"/>
              </a:buClr>
              <a:buSzPts val="2400"/>
              <a:buFont typeface="Arial"/>
              <a:buChar char="✓"/>
            </a:pPr>
            <a:r>
              <a:rPr b="0" i="1" lang="en-US" sz="2400" u="none" cap="none" strike="noStrike">
                <a:solidFill>
                  <a:srgbClr val="FF0000"/>
                </a:solidFill>
                <a:latin typeface="Arial"/>
                <a:ea typeface="Arial"/>
                <a:cs typeface="Arial"/>
                <a:sym typeface="Arial"/>
              </a:rPr>
              <a:t>If p, then q</a:t>
            </a:r>
            <a:endParaRPr/>
          </a:p>
          <a:p>
            <a:pPr indent="-342900" lvl="0" marL="342900" marR="0" rtl="0" algn="l">
              <a:lnSpc>
                <a:spcPct val="100000"/>
              </a:lnSpc>
              <a:spcBef>
                <a:spcPts val="480"/>
              </a:spcBef>
              <a:spcAft>
                <a:spcPts val="0"/>
              </a:spcAft>
              <a:buClr>
                <a:srgbClr val="FF0000"/>
              </a:buClr>
              <a:buSzPts val="2400"/>
              <a:buFont typeface="Arial"/>
              <a:buChar char="✓"/>
            </a:pPr>
            <a:r>
              <a:rPr b="0" i="1" lang="en-US" sz="2400" u="none" cap="none" strike="noStrike">
                <a:solidFill>
                  <a:srgbClr val="FF0000"/>
                </a:solidFill>
                <a:latin typeface="Arial"/>
                <a:ea typeface="Arial"/>
                <a:cs typeface="Arial"/>
                <a:sym typeface="Arial"/>
              </a:rPr>
              <a:t>p implies q</a:t>
            </a:r>
            <a:endParaRPr/>
          </a:p>
          <a:p>
            <a:pPr indent="-342900" lvl="0" marL="342900" marR="0" rtl="0" algn="l">
              <a:lnSpc>
                <a:spcPct val="100000"/>
              </a:lnSpc>
              <a:spcBef>
                <a:spcPts val="480"/>
              </a:spcBef>
              <a:spcAft>
                <a:spcPts val="0"/>
              </a:spcAft>
              <a:buClr>
                <a:srgbClr val="FF0000"/>
              </a:buClr>
              <a:buSzPts val="2400"/>
              <a:buFont typeface="Arial"/>
              <a:buChar char="✓"/>
            </a:pPr>
            <a:r>
              <a:rPr b="0" i="1" lang="en-US" sz="2400" u="none" cap="none" strike="noStrike">
                <a:solidFill>
                  <a:srgbClr val="FF0000"/>
                </a:solidFill>
                <a:latin typeface="Arial"/>
                <a:ea typeface="Arial"/>
                <a:cs typeface="Arial"/>
                <a:sym typeface="Arial"/>
              </a:rPr>
              <a:t>p is sufficient for q</a:t>
            </a:r>
            <a:endParaRPr/>
          </a:p>
          <a:p>
            <a:pPr indent="-342900" lvl="0" marL="342900" marR="0" rtl="0" algn="l">
              <a:lnSpc>
                <a:spcPct val="100000"/>
              </a:lnSpc>
              <a:spcBef>
                <a:spcPts val="480"/>
              </a:spcBef>
              <a:spcAft>
                <a:spcPts val="0"/>
              </a:spcAft>
              <a:buClr>
                <a:srgbClr val="FF0000"/>
              </a:buClr>
              <a:buSzPts val="2400"/>
              <a:buFont typeface="Arial"/>
              <a:buChar char="✓"/>
            </a:pPr>
            <a:r>
              <a:rPr b="0" i="1" lang="en-US" sz="2400" u="none" cap="none" strike="noStrike">
                <a:solidFill>
                  <a:srgbClr val="FF0000"/>
                </a:solidFill>
                <a:latin typeface="Arial"/>
                <a:ea typeface="Arial"/>
                <a:cs typeface="Arial"/>
                <a:sym typeface="Arial"/>
              </a:rPr>
              <a:t>q if p</a:t>
            </a:r>
            <a:endParaRPr/>
          </a:p>
          <a:p>
            <a:pPr indent="-342900" lvl="0" marL="342900" marR="0" rtl="0" algn="l">
              <a:lnSpc>
                <a:spcPct val="100000"/>
              </a:lnSpc>
              <a:spcBef>
                <a:spcPts val="480"/>
              </a:spcBef>
              <a:spcAft>
                <a:spcPts val="0"/>
              </a:spcAft>
              <a:buClr>
                <a:srgbClr val="FF0000"/>
              </a:buClr>
              <a:buSzPts val="2400"/>
              <a:buFont typeface="Arial"/>
              <a:buChar char="✓"/>
            </a:pPr>
            <a:r>
              <a:rPr b="0" i="1" lang="en-US" sz="2400" u="none" cap="none" strike="noStrike">
                <a:solidFill>
                  <a:srgbClr val="FF0000"/>
                </a:solidFill>
                <a:latin typeface="Arial"/>
                <a:ea typeface="Arial"/>
                <a:cs typeface="Arial"/>
                <a:sym typeface="Arial"/>
              </a:rPr>
              <a:t>p only if q </a:t>
            </a:r>
            <a:endParaRPr/>
          </a:p>
          <a:p>
            <a:pPr indent="-6350" lvl="1" marL="400050" marR="0" rtl="0" algn="l">
              <a:lnSpc>
                <a:spcPct val="100000"/>
              </a:lnSpc>
              <a:spcBef>
                <a:spcPts val="400"/>
              </a:spcBef>
              <a:spcAft>
                <a:spcPts val="0"/>
              </a:spcAft>
              <a:buClr>
                <a:srgbClr val="00B050"/>
              </a:buClr>
              <a:buSzPts val="500"/>
              <a:buFont typeface="Arial"/>
              <a:buNone/>
            </a:pPr>
            <a:r>
              <a:rPr b="0" i="1" lang="en-US" sz="2000" u="none" cap="none" strike="noStrike">
                <a:solidFill>
                  <a:srgbClr val="00B050"/>
                </a:solidFill>
                <a:latin typeface="Arial"/>
                <a:ea typeface="Arial"/>
                <a:cs typeface="Arial"/>
                <a:sym typeface="Arial"/>
              </a:rPr>
              <a:t>   </a:t>
            </a:r>
            <a:r>
              <a:rPr b="0" i="1" lang="en-US" sz="2000" u="none" cap="none" strike="noStrike">
                <a:solidFill>
                  <a:schemeClr val="dk1"/>
                </a:solidFill>
                <a:latin typeface="Arial"/>
                <a:ea typeface="Arial"/>
                <a:cs typeface="Arial"/>
                <a:sym typeface="Arial"/>
              </a:rPr>
              <a:t>“q chỉ nếu p”</a:t>
            </a:r>
            <a:endParaRPr/>
          </a:p>
        </p:txBody>
      </p:sp>
      <p:sp>
        <p:nvSpPr>
          <p:cNvPr id="261" name="Google Shape;261;p16"/>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600"/>
              <a:buFont typeface="Times New Roman"/>
              <a:buNone/>
            </a:pPr>
            <a:r>
              <a:rPr b="1" i="0" lang="en-US" sz="2400" u="none" cap="none" strike="noStrike">
                <a:solidFill>
                  <a:srgbClr val="002060"/>
                </a:solidFill>
                <a:latin typeface="Times New Roman"/>
                <a:ea typeface="Times New Roman"/>
                <a:cs typeface="Times New Roman"/>
                <a:sym typeface="Times New Roman"/>
              </a:rPr>
              <a:t>Example</a:t>
            </a:r>
            <a:endParaRPr/>
          </a:p>
        </p:txBody>
      </p:sp>
      <p:sp>
        <p:nvSpPr>
          <p:cNvPr id="262" name="Google Shape;262;p16"/>
          <p:cNvSpPr txBox="1"/>
          <p:nvPr>
            <p:ph idx="4" type="body"/>
          </p:nvPr>
        </p:nvSpPr>
        <p:spPr>
          <a:xfrm>
            <a:off x="4645025" y="2174875"/>
            <a:ext cx="4041774" cy="3951287"/>
          </a:xfrm>
          <a:prstGeom prst="rect">
            <a:avLst/>
          </a:prstGeom>
          <a:solidFill>
            <a:srgbClr val="E0E0E0"/>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If you get 100 % on the final, you will get 10 grade.</a:t>
            </a:r>
            <a:endParaRPr/>
          </a:p>
          <a:p>
            <a:pPr indent="0" lvl="0" marL="342900" rtl="0" algn="l">
              <a:lnSpc>
                <a:spcPct val="100000"/>
              </a:lnSpc>
              <a:spcBef>
                <a:spcPts val="640"/>
              </a:spcBef>
              <a:spcAft>
                <a:spcPts val="0"/>
              </a:spcAft>
              <a:buSzPts val="2400"/>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If the sun shines today, 19 is prime.</a:t>
            </a:r>
            <a:endParaRPr b="0" i="0" sz="2400" u="none" cap="none" strike="noStrike">
              <a:solidFill>
                <a:schemeClr val="dk1"/>
              </a:solidFill>
              <a:latin typeface="Times New Roman"/>
              <a:ea typeface="Times New Roman"/>
              <a:cs typeface="Times New Roman"/>
              <a:sym typeface="Times New Roman"/>
            </a:endParaRPr>
          </a:p>
          <a:p>
            <a:pPr indent="0" lvl="0" marL="342900" rtl="0" algn="l">
              <a:lnSpc>
                <a:spcPct val="100000"/>
              </a:lnSpc>
              <a:spcBef>
                <a:spcPts val="640"/>
              </a:spcBef>
              <a:spcAft>
                <a:spcPts val="0"/>
              </a:spcAft>
              <a:buSzPts val="2400"/>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If the sun shines today, 8  is prime.</a:t>
            </a:r>
            <a:endParaRPr b="0" i="0" sz="2400" u="none" cap="none" strike="noStrike">
              <a:solidFill>
                <a:schemeClr val="dk1"/>
              </a:solidFill>
              <a:latin typeface="Times New Roman"/>
              <a:ea typeface="Times New Roman"/>
              <a:cs typeface="Times New Roman"/>
              <a:sym typeface="Times New Roman"/>
            </a:endParaRPr>
          </a:p>
          <a:p>
            <a:pPr indent="0" lvl="0" marL="342900" rtl="0" algn="l">
              <a:lnSpc>
                <a:spcPct val="100000"/>
              </a:lnSpc>
              <a:spcBef>
                <a:spcPts val="640"/>
              </a:spcBef>
              <a:spcAft>
                <a:spcPts val="0"/>
              </a:spcAft>
              <a:buSzPts val="2400"/>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3" name="Google Shape;263;p16"/>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264" name="Google Shape;264;p16"/>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9" name="Shape 269"/>
        <p:cNvGrpSpPr/>
        <p:nvPr/>
      </p:nvGrpSpPr>
      <p:grpSpPr>
        <a:xfrm>
          <a:off x="0" y="0"/>
          <a:ext cx="0" cy="0"/>
          <a:chOff x="0" y="0"/>
          <a:chExt cx="0" cy="0"/>
        </a:xfrm>
      </p:grpSpPr>
      <p:sp>
        <p:nvSpPr>
          <p:cNvPr id="270" name="Google Shape;270;p17"/>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 </a:t>
            </a:r>
            <a:r>
              <a:rPr b="1" lang="en-US" sz="2800">
                <a:solidFill>
                  <a:srgbClr val="00B0F0"/>
                </a:solidFill>
              </a:rPr>
              <a:t>conditional</a:t>
            </a:r>
            <a:endParaRPr b="1" i="0" sz="2800" u="none" cap="none" strike="noStrike">
              <a:solidFill>
                <a:schemeClr val="dk1"/>
              </a:solidFill>
              <a:latin typeface="Times New Roman"/>
              <a:ea typeface="Times New Roman"/>
              <a:cs typeface="Times New Roman"/>
              <a:sym typeface="Times New Roman"/>
            </a:endParaRPr>
          </a:p>
        </p:txBody>
      </p:sp>
      <p:sp>
        <p:nvSpPr>
          <p:cNvPr id="271" name="Google Shape;271;p17"/>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Note:</a:t>
            </a:r>
            <a:endParaRPr/>
          </a:p>
        </p:txBody>
      </p:sp>
      <p:sp>
        <p:nvSpPr>
          <p:cNvPr id="272" name="Google Shape;272;p17"/>
          <p:cNvSpPr txBox="1"/>
          <p:nvPr>
            <p:ph idx="2" type="body"/>
          </p:nvPr>
        </p:nvSpPr>
        <p:spPr>
          <a:xfrm>
            <a:off x="457200" y="2174874"/>
            <a:ext cx="4040187" cy="4302124"/>
          </a:xfrm>
          <a:prstGeom prst="rect">
            <a:avLst/>
          </a:prstGeom>
          <a:solidFill>
            <a:srgbClr val="E0E0E0"/>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We call “p” is the </a:t>
            </a:r>
            <a:r>
              <a:rPr b="0" i="0" lang="en-US" sz="2000" u="none" cap="none" strike="noStrike">
                <a:solidFill>
                  <a:srgbClr val="00B050"/>
                </a:solidFill>
                <a:latin typeface="Times New Roman"/>
                <a:ea typeface="Times New Roman"/>
                <a:cs typeface="Times New Roman"/>
                <a:sym typeface="Times New Roman"/>
              </a:rPr>
              <a:t>hypothesi</a:t>
            </a:r>
            <a:r>
              <a:rPr b="0" i="0" lang="en-US" sz="2000" u="none" cap="none" strike="noStrike">
                <a:solidFill>
                  <a:schemeClr val="dk1"/>
                </a:solidFill>
                <a:latin typeface="Times New Roman"/>
                <a:ea typeface="Times New Roman"/>
                <a:cs typeface="Times New Roman"/>
                <a:sym typeface="Times New Roman"/>
              </a:rPr>
              <a:t>s (or premise) and “q” is the </a:t>
            </a:r>
            <a:r>
              <a:rPr b="0" i="0" lang="en-US" sz="2000" u="none" cap="none" strike="noStrike">
                <a:solidFill>
                  <a:srgbClr val="00B050"/>
                </a:solidFill>
                <a:latin typeface="Times New Roman"/>
                <a:ea typeface="Times New Roman"/>
                <a:cs typeface="Times New Roman"/>
                <a:sym typeface="Times New Roman"/>
              </a:rPr>
              <a:t>consequence</a:t>
            </a:r>
            <a:r>
              <a:rPr b="0" i="0" lang="en-US" sz="2000" u="none" cap="none" strike="noStrike">
                <a:solidFill>
                  <a:schemeClr val="dk1"/>
                </a:solidFill>
                <a:latin typeface="Times New Roman"/>
                <a:ea typeface="Times New Roman"/>
                <a:cs typeface="Times New Roman"/>
                <a:sym typeface="Times New Roman"/>
              </a:rPr>
              <a:t> (or conclusion). </a:t>
            </a:r>
            <a:endParaRPr/>
          </a:p>
          <a:p>
            <a:pPr indent="-342900" lvl="0" marL="34290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Try this:</a:t>
            </a:r>
            <a:endParaRPr/>
          </a:p>
          <a:p>
            <a:pPr indent="-6350" lvl="1" marL="400050" marR="0" rtl="0" algn="l">
              <a:lnSpc>
                <a:spcPct val="100000"/>
              </a:lnSpc>
              <a:spcBef>
                <a:spcPts val="360"/>
              </a:spcBef>
              <a:spcAft>
                <a:spcPts val="0"/>
              </a:spcAft>
              <a:buClr>
                <a:srgbClr val="FF0000"/>
              </a:buClr>
              <a:buSzPts val="450"/>
              <a:buFont typeface="Times New Roman"/>
              <a:buNone/>
            </a:pPr>
            <a:r>
              <a:rPr b="0" i="0" lang="en-US" sz="1800" u="none" cap="none" strike="noStrike">
                <a:solidFill>
                  <a:srgbClr val="FF0000"/>
                </a:solidFill>
                <a:latin typeface="Times New Roman"/>
                <a:ea typeface="Times New Roman"/>
                <a:cs typeface="Times New Roman"/>
                <a:sym typeface="Times New Roman"/>
              </a:rPr>
              <a:t>“If you score 85% or above in this class, then you will get an A.”</a:t>
            </a:r>
            <a:endParaRPr/>
          </a:p>
          <a:p>
            <a:pPr indent="-285750" lvl="1" marL="742950" marR="0" rtl="0" algn="l">
              <a:lnSpc>
                <a:spcPct val="100000"/>
              </a:lnSpc>
              <a:spcBef>
                <a:spcPts val="32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p = “your score &gt;= 85%”</a:t>
            </a:r>
            <a:endParaRPr/>
          </a:p>
          <a:p>
            <a:pPr indent="-285750" lvl="1" marL="742950" marR="0" rtl="0" algn="l">
              <a:lnSpc>
                <a:spcPct val="100000"/>
              </a:lnSpc>
              <a:spcBef>
                <a:spcPts val="32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q = “you will get a grade A”</a:t>
            </a:r>
            <a:endParaRPr/>
          </a:p>
          <a:p>
            <a:pPr indent="-342900" lvl="0" marL="34290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And you can view this statement  as a promise. It says</a:t>
            </a:r>
            <a:endParaRPr/>
          </a:p>
          <a:p>
            <a:pPr indent="-6350" lvl="1" marL="400050" marR="0" rtl="0" algn="l">
              <a:lnSpc>
                <a:spcPct val="100000"/>
              </a:lnSpc>
              <a:spcBef>
                <a:spcPts val="320"/>
              </a:spcBef>
              <a:spcAft>
                <a:spcPts val="0"/>
              </a:spcAft>
              <a:buClr>
                <a:srgbClr val="FF0000"/>
              </a:buClr>
              <a:buSzPts val="400"/>
              <a:buFont typeface="Times New Roman"/>
              <a:buNone/>
            </a:pPr>
            <a:r>
              <a:rPr b="0" i="0" lang="en-US" sz="1600" u="none" cap="none" strike="noStrike">
                <a:solidFill>
                  <a:srgbClr val="FF0000"/>
                </a:solidFill>
                <a:latin typeface="Times New Roman"/>
                <a:ea typeface="Times New Roman"/>
                <a:cs typeface="Times New Roman"/>
                <a:sym typeface="Times New Roman"/>
              </a:rPr>
              <a:t>“You are guaranteed an A provided you scores 85% or above.”</a:t>
            </a:r>
            <a:endParaRPr/>
          </a:p>
        </p:txBody>
      </p:sp>
      <p:sp>
        <p:nvSpPr>
          <p:cNvPr id="273" name="Google Shape;273;p17"/>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600"/>
              <a:buFont typeface="Times New Roman"/>
              <a:buNone/>
            </a:pPr>
            <a:r>
              <a:rPr b="1" i="0" lang="en-US" sz="2400" u="none" cap="none" strike="noStrike">
                <a:solidFill>
                  <a:srgbClr val="002060"/>
                </a:solidFill>
                <a:latin typeface="Times New Roman"/>
                <a:ea typeface="Times New Roman"/>
                <a:cs typeface="Times New Roman"/>
                <a:sym typeface="Times New Roman"/>
              </a:rPr>
              <a:t>Example</a:t>
            </a:r>
            <a:endParaRPr/>
          </a:p>
        </p:txBody>
      </p:sp>
      <p:sp>
        <p:nvSpPr>
          <p:cNvPr id="274" name="Google Shape;274;p17"/>
          <p:cNvSpPr txBox="1"/>
          <p:nvPr>
            <p:ph idx="4" type="body"/>
          </p:nvPr>
        </p:nvSpPr>
        <p:spPr>
          <a:xfrm>
            <a:off x="4645025" y="2174875"/>
            <a:ext cx="4041774" cy="3951287"/>
          </a:xfrm>
          <a:prstGeom prst="rect">
            <a:avLst/>
          </a:pr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br>
              <a:rPr b="1" i="0" lang="en-US" sz="2400" u="none" cap="none" strike="noStrike">
                <a:solidFill>
                  <a:srgbClr val="00B0F0"/>
                </a:solidFill>
                <a:latin typeface="Times New Roman"/>
                <a:ea typeface="Times New Roman"/>
                <a:cs typeface="Times New Roman"/>
                <a:sym typeface="Times New Roman"/>
              </a:rPr>
            </a:br>
            <a:endParaRPr/>
          </a:p>
          <a:p>
            <a:pPr indent="0" lvl="0" marL="342900" rtl="0" algn="l">
              <a:lnSpc>
                <a:spcPct val="100000"/>
              </a:lnSpc>
              <a:spcBef>
                <a:spcPts val="640"/>
              </a:spcBef>
              <a:spcAft>
                <a:spcPts val="0"/>
              </a:spcAft>
              <a:buSzPts val="2400"/>
              <a:buNone/>
            </a:pPr>
            <a:r>
              <a:t/>
            </a:r>
            <a:endParaRPr b="1" i="0" sz="2400" u="none" cap="none" strike="noStrike">
              <a:solidFill>
                <a:srgbClr val="00B0F0"/>
              </a:solidFill>
              <a:latin typeface="Times New Roman"/>
              <a:ea typeface="Times New Roman"/>
              <a:cs typeface="Times New Roman"/>
              <a:sym typeface="Times New Roman"/>
            </a:endParaRPr>
          </a:p>
          <a:p>
            <a:pPr indent="-342900" lvl="0" marL="342900" marR="0" rtl="0" algn="l">
              <a:lnSpc>
                <a:spcPct val="100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Line 1: If you score 75% and received a “B”, you cannot complaint that promise was broken (i.e. the implication p ⇒ q is “False”).</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Line 2: If you score 84% and ended with “A”, you still cannot say that the promise was broken. </a:t>
            </a:r>
            <a:endParaRPr/>
          </a:p>
          <a:p>
            <a:pPr indent="-25400" lvl="0" marL="342900" rtl="0" algn="l">
              <a:lnSpc>
                <a:spcPct val="100000"/>
              </a:lnSpc>
              <a:spcBef>
                <a:spcPts val="640"/>
              </a:spcBef>
              <a:spcAft>
                <a:spcPts val="0"/>
              </a:spcAft>
              <a:buSzPts val="1800"/>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275" name="Google Shape;275;p17"/>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276" name="Google Shape;276;p17"/>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277" name="Google Shape;277;p17"/>
          <p:cNvPicPr preferRelativeResize="0"/>
          <p:nvPr/>
        </p:nvPicPr>
        <p:blipFill rotWithShape="1">
          <a:blip r:embed="rId3">
            <a:alphaModFix/>
          </a:blip>
          <a:srcRect b="0" l="0" r="0" t="0"/>
          <a:stretch/>
        </p:blipFill>
        <p:spPr>
          <a:xfrm>
            <a:off x="4724400" y="2209800"/>
            <a:ext cx="3952875" cy="971550"/>
          </a:xfrm>
          <a:prstGeom prst="rect">
            <a:avLst/>
          </a:prstGeom>
          <a:noFill/>
          <a:ln>
            <a:noFill/>
          </a:ln>
        </p:spPr>
      </p:pic>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2" name="Shape 282"/>
        <p:cNvGrpSpPr/>
        <p:nvPr/>
      </p:nvGrpSpPr>
      <p:grpSpPr>
        <a:xfrm>
          <a:off x="0" y="0"/>
          <a:ext cx="0" cy="0"/>
          <a:chOff x="0" y="0"/>
          <a:chExt cx="0" cy="0"/>
        </a:xfrm>
      </p:grpSpPr>
      <p:sp>
        <p:nvSpPr>
          <p:cNvPr id="283" name="Google Shape;283;p18"/>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a:t>
            </a:r>
            <a:endParaRPr b="1" i="0" sz="2800" u="none" cap="none" strike="noStrike">
              <a:solidFill>
                <a:schemeClr val="dk1"/>
              </a:solidFill>
              <a:latin typeface="Times New Roman"/>
              <a:ea typeface="Times New Roman"/>
              <a:cs typeface="Times New Roman"/>
              <a:sym typeface="Times New Roman"/>
            </a:endParaRPr>
          </a:p>
        </p:txBody>
      </p:sp>
      <p:pic>
        <p:nvPicPr>
          <p:cNvPr id="284" name="Google Shape;284;p18"/>
          <p:cNvPicPr preferRelativeResize="0"/>
          <p:nvPr/>
        </p:nvPicPr>
        <p:blipFill rotWithShape="1">
          <a:blip r:embed="rId3">
            <a:alphaModFix/>
          </a:blip>
          <a:srcRect b="0" l="0" r="0" t="0"/>
          <a:stretch/>
        </p:blipFill>
        <p:spPr>
          <a:xfrm>
            <a:off x="457200" y="1535112"/>
            <a:ext cx="4040188" cy="639761"/>
          </a:xfrm>
          <a:prstGeom prst="rect">
            <a:avLst/>
          </a:prstGeom>
          <a:noFill/>
          <a:ln>
            <a:noFill/>
          </a:ln>
        </p:spPr>
      </p:pic>
      <p:sp>
        <p:nvSpPr>
          <p:cNvPr id="285" name="Google Shape;285;p18"/>
          <p:cNvSpPr txBox="1"/>
          <p:nvPr>
            <p:ph idx="1" type="body"/>
          </p:nvPr>
        </p:nvSpPr>
        <p:spPr>
          <a:xfrm>
            <a:off x="457200" y="1535112"/>
            <a:ext cx="4040187" cy="639762"/>
          </a:xfrm>
          <a:prstGeom prst="rect">
            <a:avLst/>
          </a:prstGeom>
          <a:noFill/>
          <a:ln cap="flat" cmpd="sng" w="9525">
            <a:solidFill>
              <a:srgbClr val="000000"/>
            </a:solidFill>
            <a:prstDash val="solid"/>
            <a:round/>
            <a:headEnd len="sm" w="sm" type="none"/>
            <a:tailEnd len="sm" w="sm" type="none"/>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SzPts val="600"/>
              <a:buFont typeface="Times New Roman"/>
              <a:buNone/>
            </a:pPr>
            <a:r>
              <a:rPr b="1" i="0" lang="en-US" sz="2400" u="none" cap="none" strike="noStrike">
                <a:latin typeface="Times New Roman"/>
                <a:ea typeface="Times New Roman"/>
                <a:cs typeface="Times New Roman"/>
                <a:sym typeface="Times New Roman"/>
              </a:rPr>
              <a:t> </a:t>
            </a:r>
            <a:endParaRPr/>
          </a:p>
        </p:txBody>
      </p:sp>
      <p:pic>
        <p:nvPicPr>
          <p:cNvPr id="286" name="Google Shape;286;p18"/>
          <p:cNvPicPr preferRelativeResize="0"/>
          <p:nvPr/>
        </p:nvPicPr>
        <p:blipFill rotWithShape="1">
          <a:blip r:embed="rId4">
            <a:alphaModFix/>
          </a:blip>
          <a:srcRect b="0" l="0" r="0" t="0"/>
          <a:stretch/>
        </p:blipFill>
        <p:spPr>
          <a:xfrm>
            <a:off x="457200" y="2174874"/>
            <a:ext cx="4040187" cy="4073525"/>
          </a:xfrm>
          <a:prstGeom prst="rect">
            <a:avLst/>
          </a:prstGeom>
          <a:noFill/>
          <a:ln>
            <a:noFill/>
          </a:ln>
        </p:spPr>
      </p:pic>
      <p:sp>
        <p:nvSpPr>
          <p:cNvPr id="287" name="Google Shape;287;p18"/>
          <p:cNvSpPr txBox="1"/>
          <p:nvPr>
            <p:ph idx="2" type="body"/>
          </p:nvPr>
        </p:nvSpPr>
        <p:spPr>
          <a:xfrm>
            <a:off x="457200" y="2174874"/>
            <a:ext cx="4040187" cy="4073524"/>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288" name="Google Shape;288;p18"/>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Activity 3:</a:t>
            </a:r>
            <a:endParaRPr/>
          </a:p>
        </p:txBody>
      </p:sp>
      <p:sp>
        <p:nvSpPr>
          <p:cNvPr id="289" name="Google Shape;289;p18"/>
          <p:cNvSpPr txBox="1"/>
          <p:nvPr>
            <p:ph idx="4" type="body"/>
          </p:nvPr>
        </p:nvSpPr>
        <p:spPr>
          <a:xfrm>
            <a:off x="4645025" y="2174875"/>
            <a:ext cx="4041774" cy="395128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2060"/>
              </a:buClr>
              <a:buSzPts val="600"/>
              <a:buFont typeface="Times New Roman"/>
              <a:buNone/>
            </a:pPr>
            <a:r>
              <a:rPr b="0" i="0" lang="en-US" sz="2400" u="none" cap="none" strike="noStrike">
                <a:solidFill>
                  <a:srgbClr val="002060"/>
                </a:solidFill>
                <a:latin typeface="Times New Roman"/>
                <a:ea typeface="Times New Roman"/>
                <a:cs typeface="Times New Roman"/>
                <a:sym typeface="Times New Roman"/>
              </a:rPr>
              <a:t>What are the </a:t>
            </a:r>
            <a:r>
              <a:rPr b="0" i="0" lang="en-US" sz="2400" u="none" cap="none" strike="noStrike">
                <a:solidFill>
                  <a:srgbClr val="C00000"/>
                </a:solidFill>
                <a:latin typeface="Times New Roman"/>
                <a:ea typeface="Times New Roman"/>
                <a:cs typeface="Times New Roman"/>
                <a:sym typeface="Times New Roman"/>
              </a:rPr>
              <a:t>converse</a:t>
            </a:r>
            <a:r>
              <a:rPr b="0" i="0" lang="en-US" sz="2400" u="none" cap="none" strike="noStrike">
                <a:solidFill>
                  <a:srgbClr val="002060"/>
                </a:solidFill>
                <a:latin typeface="Times New Roman"/>
                <a:ea typeface="Times New Roman"/>
                <a:cs typeface="Times New Roman"/>
                <a:sym typeface="Times New Roman"/>
              </a:rPr>
              <a:t> and </a:t>
            </a:r>
            <a:r>
              <a:rPr b="0" i="0" lang="en-US" sz="2400" u="none" cap="none" strike="noStrike">
                <a:solidFill>
                  <a:srgbClr val="FF0000"/>
                </a:solidFill>
                <a:latin typeface="Times New Roman"/>
                <a:ea typeface="Times New Roman"/>
                <a:cs typeface="Times New Roman"/>
                <a:sym typeface="Times New Roman"/>
              </a:rPr>
              <a:t>contrapositive</a:t>
            </a:r>
            <a:r>
              <a:rPr b="0" i="0" lang="en-US" sz="2400" u="none" cap="none" strike="noStrike">
                <a:solidFill>
                  <a:srgbClr val="002060"/>
                </a:solidFill>
                <a:latin typeface="Times New Roman"/>
                <a:ea typeface="Times New Roman"/>
                <a:cs typeface="Times New Roman"/>
                <a:sym typeface="Times New Roman"/>
              </a:rPr>
              <a:t> of the following conditional statement</a:t>
            </a:r>
            <a:endParaRPr/>
          </a:p>
          <a:p>
            <a:pPr indent="0" lvl="0" marL="0" marR="0" rtl="0" algn="ctr">
              <a:lnSpc>
                <a:spcPct val="100000"/>
              </a:lnSpc>
              <a:spcBef>
                <a:spcPts val="480"/>
              </a:spcBef>
              <a:spcAft>
                <a:spcPts val="0"/>
              </a:spcAft>
              <a:buClr>
                <a:schemeClr val="dk1"/>
              </a:buClr>
              <a:buSzPts val="500"/>
              <a:buFont typeface="Times New Roman"/>
              <a:buNone/>
            </a:pPr>
            <a:r>
              <a:rPr b="1" i="0" lang="en-US" sz="20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 If he plays online games too much, his girlfriend leaves him.”</a:t>
            </a:r>
            <a:endParaRPr/>
          </a:p>
        </p:txBody>
      </p:sp>
      <p:sp>
        <p:nvSpPr>
          <p:cNvPr id="290" name="Google Shape;290;p18"/>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291" name="Google Shape;291;p18"/>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6" name="Shape 296"/>
        <p:cNvGrpSpPr/>
        <p:nvPr/>
      </p:nvGrpSpPr>
      <p:grpSpPr>
        <a:xfrm>
          <a:off x="0" y="0"/>
          <a:ext cx="0" cy="0"/>
          <a:chOff x="0" y="0"/>
          <a:chExt cx="0" cy="0"/>
        </a:xfrm>
      </p:grpSpPr>
      <p:sp>
        <p:nvSpPr>
          <p:cNvPr id="297" name="Google Shape;297;p19"/>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a:t>
            </a:r>
            <a:endParaRPr b="1" i="0" sz="2800" u="none" cap="none" strike="noStrike">
              <a:solidFill>
                <a:schemeClr val="dk1"/>
              </a:solidFill>
              <a:latin typeface="Times New Roman"/>
              <a:ea typeface="Times New Roman"/>
              <a:cs typeface="Times New Roman"/>
              <a:sym typeface="Times New Roman"/>
            </a:endParaRPr>
          </a:p>
        </p:txBody>
      </p:sp>
      <p:pic>
        <p:nvPicPr>
          <p:cNvPr id="298" name="Google Shape;298;p19"/>
          <p:cNvPicPr preferRelativeResize="0"/>
          <p:nvPr/>
        </p:nvPicPr>
        <p:blipFill rotWithShape="1">
          <a:blip r:embed="rId3">
            <a:alphaModFix/>
          </a:blip>
          <a:srcRect b="0" l="0" r="0" t="0"/>
          <a:stretch/>
        </p:blipFill>
        <p:spPr>
          <a:xfrm>
            <a:off x="457200" y="1371600"/>
            <a:ext cx="4040188" cy="803274"/>
          </a:xfrm>
          <a:prstGeom prst="rect">
            <a:avLst/>
          </a:prstGeom>
          <a:noFill/>
          <a:ln>
            <a:noFill/>
          </a:ln>
        </p:spPr>
      </p:pic>
      <p:sp>
        <p:nvSpPr>
          <p:cNvPr id="299" name="Google Shape;299;p19"/>
          <p:cNvSpPr txBox="1"/>
          <p:nvPr>
            <p:ph idx="1" type="body"/>
          </p:nvPr>
        </p:nvSpPr>
        <p:spPr>
          <a:xfrm>
            <a:off x="457200" y="1371600"/>
            <a:ext cx="4040187" cy="803275"/>
          </a:xfrm>
          <a:prstGeom prst="rect">
            <a:avLst/>
          </a:prstGeom>
          <a:noFill/>
          <a:ln cap="flat" cmpd="sng" w="9525">
            <a:solidFill>
              <a:srgbClr val="000000"/>
            </a:solidFill>
            <a:prstDash val="solid"/>
            <a:round/>
            <a:headEnd len="sm" w="sm" type="none"/>
            <a:tailEnd len="sm" w="sm" type="none"/>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SzPts val="600"/>
              <a:buFont typeface="Times New Roman"/>
              <a:buNone/>
            </a:pPr>
            <a:r>
              <a:rPr b="1" i="0" lang="en-US" sz="2400" u="none" cap="none" strike="noStrike">
                <a:latin typeface="Times New Roman"/>
                <a:ea typeface="Times New Roman"/>
                <a:cs typeface="Times New Roman"/>
                <a:sym typeface="Times New Roman"/>
              </a:rPr>
              <a:t> </a:t>
            </a:r>
            <a:endParaRPr/>
          </a:p>
        </p:txBody>
      </p:sp>
      <p:pic>
        <p:nvPicPr>
          <p:cNvPr id="300" name="Google Shape;300;p19"/>
          <p:cNvPicPr preferRelativeResize="0"/>
          <p:nvPr/>
        </p:nvPicPr>
        <p:blipFill rotWithShape="1">
          <a:blip r:embed="rId4">
            <a:alphaModFix/>
          </a:blip>
          <a:srcRect b="0" l="0" r="0" t="0"/>
          <a:stretch/>
        </p:blipFill>
        <p:spPr>
          <a:xfrm>
            <a:off x="457200" y="2174874"/>
            <a:ext cx="4040187" cy="4073525"/>
          </a:xfrm>
          <a:prstGeom prst="rect">
            <a:avLst/>
          </a:prstGeom>
          <a:noFill/>
          <a:ln>
            <a:noFill/>
          </a:ln>
        </p:spPr>
      </p:pic>
      <p:sp>
        <p:nvSpPr>
          <p:cNvPr id="301" name="Google Shape;301;p19"/>
          <p:cNvSpPr txBox="1"/>
          <p:nvPr>
            <p:ph idx="2" type="body"/>
          </p:nvPr>
        </p:nvSpPr>
        <p:spPr>
          <a:xfrm>
            <a:off x="457200" y="2174874"/>
            <a:ext cx="4040187" cy="4073524"/>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302" name="Google Shape;302;p19"/>
          <p:cNvSpPr txBox="1"/>
          <p:nvPr>
            <p:ph idx="3" type="body"/>
          </p:nvPr>
        </p:nvSpPr>
        <p:spPr>
          <a:xfrm>
            <a:off x="4645025" y="1371600"/>
            <a:ext cx="4041774" cy="803275"/>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Activity 3:</a:t>
            </a:r>
            <a:endParaRPr/>
          </a:p>
        </p:txBody>
      </p:sp>
      <p:sp>
        <p:nvSpPr>
          <p:cNvPr id="303" name="Google Shape;303;p19"/>
          <p:cNvSpPr txBox="1"/>
          <p:nvPr>
            <p:ph idx="4" type="body"/>
          </p:nvPr>
        </p:nvSpPr>
        <p:spPr>
          <a:xfrm>
            <a:off x="4645025" y="2174875"/>
            <a:ext cx="4041774" cy="3951287"/>
          </a:xfrm>
          <a:prstGeom prst="rect">
            <a:avLst/>
          </a:prstGeom>
          <a:solidFill>
            <a:srgbClr val="EAEAEA"/>
          </a:solidFill>
          <a:ln>
            <a:noFill/>
          </a:ln>
        </p:spPr>
        <p:txBody>
          <a:bodyPr anchorCtr="0" anchor="t" bIns="45700" lIns="91425" spcFirstLastPara="1" rIns="91425" wrap="square" tIns="45700">
            <a:noAutofit/>
          </a:bodyPr>
          <a:lstStyle/>
          <a:p>
            <a:pPr indent="-50800" lvl="0" marL="342900" rtl="0" algn="l">
              <a:lnSpc>
                <a:spcPct val="100000"/>
              </a:lnSpc>
              <a:spcBef>
                <a:spcPts val="0"/>
              </a:spcBef>
              <a:spcAft>
                <a:spcPts val="0"/>
              </a:spcAft>
              <a:buSzPts val="1400"/>
              <a:buNone/>
            </a:pPr>
            <a:r>
              <a:t/>
            </a:r>
            <a:endParaRPr/>
          </a:p>
        </p:txBody>
      </p:sp>
      <p:sp>
        <p:nvSpPr>
          <p:cNvPr id="304" name="Google Shape;304;p19"/>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305" name="Google Shape;305;p19"/>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306" name="Google Shape;306;p19"/>
          <p:cNvPicPr preferRelativeResize="0"/>
          <p:nvPr/>
        </p:nvPicPr>
        <p:blipFill rotWithShape="1">
          <a:blip r:embed="rId5">
            <a:alphaModFix/>
          </a:blip>
          <a:srcRect b="0" l="0" r="0" t="0"/>
          <a:stretch/>
        </p:blipFill>
        <p:spPr>
          <a:xfrm>
            <a:off x="4514973" y="2209799"/>
            <a:ext cx="4191000" cy="4038600"/>
          </a:xfrm>
          <a:prstGeom prst="rect">
            <a:avLst/>
          </a:prstGeom>
          <a:noFill/>
          <a:ln>
            <a:noFill/>
          </a:ln>
        </p:spPr>
      </p:pic>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1" name="Shape 311"/>
        <p:cNvGrpSpPr/>
        <p:nvPr/>
      </p:nvGrpSpPr>
      <p:grpSpPr>
        <a:xfrm>
          <a:off x="0" y="0"/>
          <a:ext cx="0" cy="0"/>
          <a:chOff x="0" y="0"/>
          <a:chExt cx="0" cy="0"/>
        </a:xfrm>
      </p:grpSpPr>
      <p:sp>
        <p:nvSpPr>
          <p:cNvPr id="312" name="Google Shape;312;p20"/>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a:t>
            </a:r>
            <a:endParaRPr b="1" i="0" sz="2800" u="none" cap="none" strike="noStrike">
              <a:solidFill>
                <a:schemeClr val="dk1"/>
              </a:solidFill>
              <a:latin typeface="Times New Roman"/>
              <a:ea typeface="Times New Roman"/>
              <a:cs typeface="Times New Roman"/>
              <a:sym typeface="Times New Roman"/>
            </a:endParaRPr>
          </a:p>
        </p:txBody>
      </p:sp>
      <p:pic>
        <p:nvPicPr>
          <p:cNvPr id="313" name="Google Shape;313;p20"/>
          <p:cNvPicPr preferRelativeResize="0"/>
          <p:nvPr/>
        </p:nvPicPr>
        <p:blipFill rotWithShape="1">
          <a:blip r:embed="rId3">
            <a:alphaModFix/>
          </a:blip>
          <a:srcRect b="0" l="0" r="0" t="0"/>
          <a:stretch/>
        </p:blipFill>
        <p:spPr>
          <a:xfrm>
            <a:off x="457200" y="1371600"/>
            <a:ext cx="4040188" cy="803274"/>
          </a:xfrm>
          <a:prstGeom prst="rect">
            <a:avLst/>
          </a:prstGeom>
          <a:noFill/>
          <a:ln>
            <a:noFill/>
          </a:ln>
        </p:spPr>
      </p:pic>
      <p:sp>
        <p:nvSpPr>
          <p:cNvPr id="314" name="Google Shape;314;p20"/>
          <p:cNvSpPr txBox="1"/>
          <p:nvPr>
            <p:ph idx="1" type="body"/>
          </p:nvPr>
        </p:nvSpPr>
        <p:spPr>
          <a:xfrm>
            <a:off x="457200" y="1371600"/>
            <a:ext cx="4040187" cy="803275"/>
          </a:xfrm>
          <a:prstGeom prst="rect">
            <a:avLst/>
          </a:prstGeom>
          <a:noFill/>
          <a:ln cap="flat" cmpd="sng" w="9525">
            <a:solidFill>
              <a:srgbClr val="000000"/>
            </a:solidFill>
            <a:prstDash val="solid"/>
            <a:round/>
            <a:headEnd len="sm" w="sm" type="none"/>
            <a:tailEnd len="sm" w="sm" type="none"/>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SzPts val="600"/>
              <a:buFont typeface="Times New Roman"/>
              <a:buNone/>
            </a:pPr>
            <a:r>
              <a:rPr b="1" i="0" lang="en-US" sz="2400" u="none" cap="none" strike="noStrike">
                <a:latin typeface="Times New Roman"/>
                <a:ea typeface="Times New Roman"/>
                <a:cs typeface="Times New Roman"/>
                <a:sym typeface="Times New Roman"/>
              </a:rPr>
              <a:t> </a:t>
            </a:r>
            <a:endParaRPr/>
          </a:p>
        </p:txBody>
      </p:sp>
      <p:pic>
        <p:nvPicPr>
          <p:cNvPr id="315" name="Google Shape;315;p20"/>
          <p:cNvPicPr preferRelativeResize="0"/>
          <p:nvPr/>
        </p:nvPicPr>
        <p:blipFill rotWithShape="1">
          <a:blip r:embed="rId4">
            <a:alphaModFix/>
          </a:blip>
          <a:srcRect b="0" l="0" r="0" t="0"/>
          <a:stretch/>
        </p:blipFill>
        <p:spPr>
          <a:xfrm>
            <a:off x="457200" y="2174874"/>
            <a:ext cx="4040187" cy="4073525"/>
          </a:xfrm>
          <a:prstGeom prst="rect">
            <a:avLst/>
          </a:prstGeom>
          <a:noFill/>
          <a:ln>
            <a:noFill/>
          </a:ln>
        </p:spPr>
      </p:pic>
      <p:sp>
        <p:nvSpPr>
          <p:cNvPr id="316" name="Google Shape;316;p20"/>
          <p:cNvSpPr txBox="1"/>
          <p:nvPr>
            <p:ph idx="2" type="body"/>
          </p:nvPr>
        </p:nvSpPr>
        <p:spPr>
          <a:xfrm>
            <a:off x="457200" y="2174874"/>
            <a:ext cx="4040187" cy="4073524"/>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317" name="Google Shape;317;p20"/>
          <p:cNvSpPr txBox="1"/>
          <p:nvPr>
            <p:ph idx="3" type="body"/>
          </p:nvPr>
        </p:nvSpPr>
        <p:spPr>
          <a:xfrm>
            <a:off x="4645025" y="1371600"/>
            <a:ext cx="4041774" cy="803275"/>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Ví dụ</a:t>
            </a:r>
            <a:endParaRPr b="1" i="0" sz="2800" u="none" cap="none" strike="noStrike">
              <a:solidFill>
                <a:schemeClr val="dk1"/>
              </a:solidFill>
              <a:latin typeface="Times New Roman"/>
              <a:ea typeface="Times New Roman"/>
              <a:cs typeface="Times New Roman"/>
              <a:sym typeface="Times New Roman"/>
            </a:endParaRPr>
          </a:p>
        </p:txBody>
      </p:sp>
      <p:sp>
        <p:nvSpPr>
          <p:cNvPr id="318" name="Google Shape;318;p20"/>
          <p:cNvSpPr txBox="1"/>
          <p:nvPr>
            <p:ph idx="4" type="body"/>
          </p:nvPr>
        </p:nvSpPr>
        <p:spPr>
          <a:xfrm>
            <a:off x="4645025" y="2174875"/>
            <a:ext cx="4041774" cy="3951287"/>
          </a:xfrm>
          <a:prstGeom prst="rect">
            <a:avLst/>
          </a:prstGeom>
          <a:solidFill>
            <a:srgbClr val="EAEAEA"/>
          </a:solidFill>
          <a:ln>
            <a:noFill/>
          </a:ln>
        </p:spPr>
        <p:txBody>
          <a:bodyPr anchorCtr="0" anchor="t" bIns="45700" lIns="91425" spcFirstLastPara="1" rIns="91425" wrap="square" tIns="45700">
            <a:noAutofit/>
          </a:bodyPr>
          <a:lstStyle/>
          <a:p>
            <a:pPr indent="-139700" lvl="0" marL="342900" rtl="0" algn="l">
              <a:lnSpc>
                <a:spcPct val="100000"/>
              </a:lnSpc>
              <a:spcBef>
                <a:spcPts val="0"/>
              </a:spcBef>
              <a:spcAft>
                <a:spcPts val="0"/>
              </a:spcAft>
              <a:buSzPts val="1800"/>
              <a:buFont typeface="Noto Sans Symbols"/>
              <a:buChar char="▪"/>
            </a:pPr>
            <a:r>
              <a:rPr lang="en-US" sz="1800"/>
              <a:t>Tìm mệnh đề đảo, phản đảo và  ngược của phép kéo theo:</a:t>
            </a:r>
            <a:endParaRPr/>
          </a:p>
          <a:p>
            <a:pPr indent="-114300" lvl="1" marL="742950" rtl="0" algn="l">
              <a:lnSpc>
                <a:spcPct val="100000"/>
              </a:lnSpc>
              <a:spcBef>
                <a:spcPts val="560"/>
              </a:spcBef>
              <a:spcAft>
                <a:spcPts val="0"/>
              </a:spcAft>
              <a:buSzPts val="1800"/>
              <a:buFont typeface="Noto Sans Symbols"/>
              <a:buChar char="▪"/>
            </a:pPr>
            <a:r>
              <a:rPr lang="en-US" sz="1800"/>
              <a:t> “Hôm nay là thứ tư, thì tôi có giờ dạy toán rời rạc”</a:t>
            </a:r>
            <a:endParaRPr/>
          </a:p>
          <a:p>
            <a:pPr indent="-114300" lvl="1" marL="742950" rtl="0" algn="l">
              <a:lnSpc>
                <a:spcPct val="100000"/>
              </a:lnSpc>
              <a:spcBef>
                <a:spcPts val="560"/>
              </a:spcBef>
              <a:spcAft>
                <a:spcPts val="0"/>
              </a:spcAft>
              <a:buSzPts val="1800"/>
              <a:buFont typeface="Noto Sans Symbols"/>
              <a:buChar char="▪"/>
            </a:pPr>
            <a:r>
              <a:rPr lang="en-US" sz="1800"/>
              <a:t> Nếu tôi có giờ dạy toán rời rạc thì hôm nay  là thứ tư</a:t>
            </a:r>
            <a:endParaRPr sz="1800"/>
          </a:p>
          <a:p>
            <a:pPr indent="-114300" lvl="1" marL="742950" rtl="0" algn="l">
              <a:lnSpc>
                <a:spcPct val="100000"/>
              </a:lnSpc>
              <a:spcBef>
                <a:spcPts val="560"/>
              </a:spcBef>
              <a:spcAft>
                <a:spcPts val="0"/>
              </a:spcAft>
              <a:buSzPts val="1800"/>
              <a:buFont typeface="Noto Sans Symbols"/>
              <a:buChar char="▪"/>
            </a:pPr>
            <a:r>
              <a:rPr lang="en-US" sz="1800"/>
              <a:t> Nếu tôi không có giờ dạy toán rời rạc thì hôm này không phải là thứ tư</a:t>
            </a:r>
            <a:endParaRPr sz="1800"/>
          </a:p>
          <a:p>
            <a:pPr indent="-114300" lvl="1" marL="742950" rtl="0" algn="l">
              <a:lnSpc>
                <a:spcPct val="100000"/>
              </a:lnSpc>
              <a:spcBef>
                <a:spcPts val="560"/>
              </a:spcBef>
              <a:spcAft>
                <a:spcPts val="0"/>
              </a:spcAft>
              <a:buSzPts val="1800"/>
              <a:buFont typeface="Noto Sans Symbols"/>
              <a:buChar char="▪"/>
            </a:pPr>
            <a:r>
              <a:rPr lang="en-US" sz="1800"/>
              <a:t> Nếu hôm nay không phải là thứ tư, thì tôi không có giờ toán rời rạc.</a:t>
            </a:r>
            <a:endParaRPr/>
          </a:p>
          <a:p>
            <a:pPr indent="-50800" lvl="0" marL="342900" rtl="0" algn="l">
              <a:lnSpc>
                <a:spcPct val="100000"/>
              </a:lnSpc>
              <a:spcBef>
                <a:spcPts val="640"/>
              </a:spcBef>
              <a:spcAft>
                <a:spcPts val="0"/>
              </a:spcAft>
              <a:buSzPts val="1400"/>
              <a:buNone/>
            </a:pPr>
            <a:r>
              <a:t/>
            </a:r>
            <a:endParaRPr/>
          </a:p>
        </p:txBody>
      </p:sp>
      <p:sp>
        <p:nvSpPr>
          <p:cNvPr id="319" name="Google Shape;319;p20"/>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320" name="Google Shape;320;p20"/>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5" name="Shape 325"/>
        <p:cNvGrpSpPr/>
        <p:nvPr/>
      </p:nvGrpSpPr>
      <p:grpSpPr>
        <a:xfrm>
          <a:off x="0" y="0"/>
          <a:ext cx="0" cy="0"/>
          <a:chOff x="0" y="0"/>
          <a:chExt cx="0" cy="0"/>
        </a:xfrm>
      </p:grpSpPr>
      <p:sp>
        <p:nvSpPr>
          <p:cNvPr id="326" name="Google Shape;326;p21"/>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 - </a:t>
            </a:r>
            <a:r>
              <a:rPr b="1" lang="en-US" sz="2800">
                <a:solidFill>
                  <a:srgbClr val="00B0F0"/>
                </a:solidFill>
              </a:rPr>
              <a:t>Biconditional</a:t>
            </a:r>
            <a:endParaRPr b="1" i="0" sz="2800" u="none" cap="none" strike="noStrike">
              <a:solidFill>
                <a:srgbClr val="00B0F0"/>
              </a:solidFill>
              <a:latin typeface="Times New Roman"/>
              <a:ea typeface="Times New Roman"/>
              <a:cs typeface="Times New Roman"/>
              <a:sym typeface="Times New Roman"/>
            </a:endParaRPr>
          </a:p>
        </p:txBody>
      </p:sp>
      <p:sp>
        <p:nvSpPr>
          <p:cNvPr id="327" name="Google Shape;327;p21"/>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700"/>
              <a:buFont typeface="Arial"/>
              <a:buNone/>
            </a:pPr>
            <a:r>
              <a:t/>
            </a:r>
            <a:endParaRPr b="1" i="0" sz="2800" u="none" cap="none" strike="noStrike">
              <a:solidFill>
                <a:srgbClr val="002060"/>
              </a:solidFill>
              <a:latin typeface="Arial"/>
              <a:ea typeface="Arial"/>
              <a:cs typeface="Arial"/>
              <a:sym typeface="Arial"/>
            </a:endParaRPr>
          </a:p>
        </p:txBody>
      </p:sp>
      <p:pic>
        <p:nvPicPr>
          <p:cNvPr id="328" name="Google Shape;328;p21"/>
          <p:cNvPicPr preferRelativeResize="0"/>
          <p:nvPr/>
        </p:nvPicPr>
        <p:blipFill rotWithShape="1">
          <a:blip r:embed="rId3">
            <a:alphaModFix/>
          </a:blip>
          <a:srcRect b="0" l="0" r="0" t="0"/>
          <a:stretch/>
        </p:blipFill>
        <p:spPr>
          <a:xfrm>
            <a:off x="457200" y="2174875"/>
            <a:ext cx="4040188" cy="3951288"/>
          </a:xfrm>
          <a:prstGeom prst="rect">
            <a:avLst/>
          </a:prstGeom>
          <a:noFill/>
          <a:ln>
            <a:noFill/>
          </a:ln>
        </p:spPr>
      </p:pic>
      <p:sp>
        <p:nvSpPr>
          <p:cNvPr id="329" name="Google Shape;329;p21"/>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330" name="Google Shape;330;p21"/>
          <p:cNvSpPr txBox="1"/>
          <p:nvPr>
            <p:ph idx="3" type="body"/>
          </p:nvPr>
        </p:nvSpPr>
        <p:spPr>
          <a:xfrm>
            <a:off x="4645025" y="1535112"/>
            <a:ext cx="4041774" cy="639762"/>
          </a:xfrm>
          <a:prstGeom prst="rect">
            <a:avLst/>
          </a:prstGeom>
          <a:solidFill>
            <a:srgbClr val="0070C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600"/>
              <a:buFont typeface="Times New Roman"/>
              <a:buNone/>
            </a:pPr>
            <a:r>
              <a:rPr b="1" i="0" lang="en-US" sz="2400" u="none" cap="none" strike="noStrike">
                <a:solidFill>
                  <a:srgbClr val="002060"/>
                </a:solidFill>
                <a:latin typeface="Times New Roman"/>
                <a:ea typeface="Times New Roman"/>
                <a:cs typeface="Times New Roman"/>
                <a:sym typeface="Times New Roman"/>
              </a:rPr>
              <a:t>Example:</a:t>
            </a:r>
            <a:endParaRPr/>
          </a:p>
        </p:txBody>
      </p:sp>
      <p:sp>
        <p:nvSpPr>
          <p:cNvPr id="331" name="Google Shape;331;p21"/>
          <p:cNvSpPr txBox="1"/>
          <p:nvPr>
            <p:ph idx="4" type="body"/>
          </p:nvPr>
        </p:nvSpPr>
        <p:spPr>
          <a:xfrm>
            <a:off x="4645025" y="2174875"/>
            <a:ext cx="4041774" cy="3951287"/>
          </a:xfrm>
          <a:prstGeom prst="rect">
            <a:avLst/>
          </a:prstGeom>
          <a:solidFill>
            <a:srgbClr val="E0E0E0"/>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Consider this statements: </a:t>
            </a:r>
            <a:r>
              <a:rPr b="0" i="0" lang="en-US" sz="2000" u="none" cap="none" strike="noStrike">
                <a:solidFill>
                  <a:srgbClr val="002060"/>
                </a:solidFill>
                <a:latin typeface="Times New Roman"/>
                <a:ea typeface="Times New Roman"/>
                <a:cs typeface="Times New Roman"/>
                <a:sym typeface="Times New Roman"/>
              </a:rPr>
              <a:t>“You can go the singing concert if and only if you buy a ticket.”</a:t>
            </a:r>
            <a:endParaRPr/>
          </a:p>
          <a:p>
            <a:pPr indent="-342900" lvl="0" marL="342900" marR="0" rtl="0" algn="l">
              <a:lnSpc>
                <a:spcPct val="100000"/>
              </a:lnSpc>
              <a:spcBef>
                <a:spcPts val="0"/>
              </a:spcBef>
              <a:spcAft>
                <a:spcPts val="0"/>
              </a:spcAft>
              <a:buClr>
                <a:schemeClr val="dk1"/>
              </a:buClr>
              <a:buSzPts val="2400"/>
              <a:buFont typeface="Times New Roman"/>
              <a:buChar char="✓"/>
            </a:pPr>
            <a:r>
              <a:rPr lang="en-US" sz="2400">
                <a:solidFill>
                  <a:srgbClr val="002060"/>
                </a:solidFill>
                <a:latin typeface="Times New Roman"/>
                <a:ea typeface="Times New Roman"/>
                <a:cs typeface="Times New Roman"/>
                <a:sym typeface="Times New Roman"/>
              </a:rPr>
              <a:t> </a:t>
            </a:r>
            <a:endParaRPr b="0" i="0" sz="2400" u="none" cap="none" strike="noStrike">
              <a:solidFill>
                <a:srgbClr val="002060"/>
              </a:solidFill>
              <a:latin typeface="Times New Roman"/>
              <a:ea typeface="Times New Roman"/>
              <a:cs typeface="Times New Roman"/>
              <a:sym typeface="Times New Roman"/>
            </a:endParaRPr>
          </a:p>
        </p:txBody>
      </p:sp>
      <p:sp>
        <p:nvSpPr>
          <p:cNvPr id="332" name="Google Shape;332;p21"/>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333" name="Google Shape;333;p21"/>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334" name="Google Shape;334;p21"/>
          <p:cNvPicPr preferRelativeResize="0"/>
          <p:nvPr/>
        </p:nvPicPr>
        <p:blipFill rotWithShape="1">
          <a:blip r:embed="rId4">
            <a:alphaModFix/>
          </a:blip>
          <a:srcRect b="0" l="0" r="0" t="0"/>
          <a:stretch/>
        </p:blipFill>
        <p:spPr>
          <a:xfrm>
            <a:off x="762000" y="4144963"/>
            <a:ext cx="2743200" cy="1981200"/>
          </a:xfrm>
          <a:prstGeom prst="rect">
            <a:avLst/>
          </a:prstGeom>
          <a:noFill/>
          <a:ln>
            <a:noFill/>
          </a:ln>
        </p:spPr>
      </p:pic>
      <p:sp>
        <p:nvSpPr>
          <p:cNvPr id="335" name="Google Shape;335;p21"/>
          <p:cNvSpPr/>
          <p:nvPr/>
        </p:nvSpPr>
        <p:spPr>
          <a:xfrm>
            <a:off x="5029200" y="3273356"/>
            <a:ext cx="3581400"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p </a:t>
            </a:r>
            <a:r>
              <a:rPr b="0" i="0" lang="en-US" sz="1800" u="none" cap="none" strike="noStrike">
                <a:solidFill>
                  <a:srgbClr val="000000"/>
                </a:solidFill>
                <a:latin typeface="Arial"/>
                <a:ea typeface="Arial"/>
                <a:cs typeface="Arial"/>
                <a:sym typeface="Arial"/>
              </a:rPr>
              <a:t>= “Putin wins the 2011 election.”</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q</a:t>
            </a:r>
            <a:r>
              <a:rPr b="0" i="0" lang="en-US" sz="1800" u="none" cap="none" strike="noStrike">
                <a:solidFill>
                  <a:srgbClr val="000000"/>
                </a:solidFill>
                <a:latin typeface="Arial"/>
                <a:ea typeface="Arial"/>
                <a:cs typeface="Arial"/>
                <a:sym typeface="Arial"/>
              </a:rPr>
              <a:t> =</a:t>
            </a:r>
            <a:r>
              <a:rPr b="0" i="1" lang="en-US" sz="1800" u="none" cap="none" strike="noStrike">
                <a:solidFill>
                  <a:srgbClr val="000000"/>
                </a:solidFill>
                <a:latin typeface="Arial"/>
                <a:ea typeface="Arial"/>
                <a:cs typeface="Arial"/>
                <a:sym typeface="Arial"/>
              </a:rPr>
              <a:t> </a:t>
            </a:r>
            <a:r>
              <a:rPr b="0" i="0" lang="en-US" sz="1800" u="none" cap="none" strike="noStrike">
                <a:solidFill>
                  <a:srgbClr val="000000"/>
                </a:solidFill>
                <a:latin typeface="Arial"/>
                <a:ea typeface="Arial"/>
                <a:cs typeface="Arial"/>
                <a:sym typeface="Arial"/>
              </a:rPr>
              <a:t>“Putin will be president for all of 2012.”</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p </a:t>
            </a:r>
            <a:r>
              <a:rPr b="0" i="0" lang="en-US" sz="1800" u="none" cap="none" strike="noStrike">
                <a:solidFill>
                  <a:srgbClr val="000000"/>
                </a:solidFill>
                <a:latin typeface="Arial"/>
                <a:ea typeface="Arial"/>
                <a:cs typeface="Arial"/>
                <a:sym typeface="Arial"/>
              </a:rPr>
              <a:t>↔ </a:t>
            </a:r>
            <a:r>
              <a:rPr b="0" i="1" lang="en-US" sz="1800" u="none" cap="none" strike="noStrike">
                <a:solidFill>
                  <a:srgbClr val="000000"/>
                </a:solidFill>
                <a:latin typeface="Arial"/>
                <a:ea typeface="Arial"/>
                <a:cs typeface="Arial"/>
                <a:sym typeface="Arial"/>
              </a:rPr>
              <a:t>q = </a:t>
            </a:r>
            <a:r>
              <a:rPr b="0" i="0" lang="en-US" sz="1800" u="none" cap="none" strike="noStrike">
                <a:solidFill>
                  <a:srgbClr val="000000"/>
                </a:solidFill>
                <a:latin typeface="Arial"/>
                <a:ea typeface="Arial"/>
                <a:cs typeface="Arial"/>
                <a:sym typeface="Arial"/>
              </a:rPr>
              <a:t>“If, and only if, Putin wins the 2011 election, Putin will be president for all of 2012.”</a:t>
            </a:r>
            <a:endParaRPr b="0" i="1" sz="1800" u="none" cap="none" strike="noStrike">
              <a:solidFill>
                <a:srgbClr val="000000"/>
              </a:solidFill>
              <a:latin typeface="Arial"/>
              <a:ea typeface="Arial"/>
              <a:cs typeface="Arial"/>
              <a:sym typeface="Arial"/>
            </a:endParaRPr>
          </a:p>
        </p:txBody>
      </p:sp>
      <p:pic>
        <p:nvPicPr>
          <p:cNvPr descr="election" id="336" name="Google Shape;336;p21">
            <a:hlinkClick r:id="rId5"/>
          </p:cNvPr>
          <p:cNvPicPr preferRelativeResize="0"/>
          <p:nvPr/>
        </p:nvPicPr>
        <p:blipFill rotWithShape="1">
          <a:blip r:embed="rId6">
            <a:alphaModFix/>
          </a:blip>
          <a:srcRect b="0" l="0" r="0" t="0"/>
          <a:stretch/>
        </p:blipFill>
        <p:spPr>
          <a:xfrm>
            <a:off x="4724400" y="5124938"/>
            <a:ext cx="1371600" cy="1143000"/>
          </a:xfrm>
          <a:prstGeom prst="rect">
            <a:avLst/>
          </a:prstGeom>
          <a:noFill/>
          <a:ln cap="flat" cmpd="sng" w="38100">
            <a:solidFill>
              <a:srgbClr val="006600"/>
            </a:solidFill>
            <a:prstDash val="solid"/>
            <a:miter lim="800000"/>
            <a:headEnd len="sm" w="sm" type="none"/>
            <a:tailEnd len="sm" w="sm" type="none"/>
          </a:ln>
        </p:spPr>
      </p:pic>
      <p:sp>
        <p:nvSpPr>
          <p:cNvPr id="337" name="Google Shape;337;p21"/>
          <p:cNvSpPr txBox="1"/>
          <p:nvPr/>
        </p:nvSpPr>
        <p:spPr>
          <a:xfrm>
            <a:off x="6708605" y="5939812"/>
            <a:ext cx="72968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Arial Black"/>
              <a:buNone/>
            </a:pPr>
            <a:r>
              <a:rPr b="0" i="0" lang="en-US" sz="1600" u="none" cap="none" strike="noStrike">
                <a:solidFill>
                  <a:srgbClr val="FF0000"/>
                </a:solidFill>
                <a:latin typeface="Arial Black"/>
                <a:ea typeface="Arial Black"/>
                <a:cs typeface="Arial Black"/>
                <a:sym typeface="Arial Black"/>
              </a:rPr>
              <a:t>2012</a:t>
            </a:r>
            <a:endParaRPr b="0" i="0" sz="1600" u="none" cap="none" strike="noStrike">
              <a:solidFill>
                <a:srgbClr val="FF0000"/>
              </a:solidFill>
              <a:latin typeface="Arial Black"/>
              <a:ea typeface="Arial Black"/>
              <a:cs typeface="Arial Black"/>
              <a:sym typeface="Arial Black"/>
            </a:endParaRPr>
          </a:p>
        </p:txBody>
      </p:sp>
      <p:sp>
        <p:nvSpPr>
          <p:cNvPr id="338" name="Google Shape;338;p21"/>
          <p:cNvSpPr/>
          <p:nvPr/>
        </p:nvSpPr>
        <p:spPr>
          <a:xfrm>
            <a:off x="6172199" y="5454902"/>
            <a:ext cx="990601" cy="241536"/>
          </a:xfrm>
          <a:prstGeom prst="leftRightArrow">
            <a:avLst>
              <a:gd fmla="val 50000" name="adj1"/>
              <a:gd fmla="val 46000"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1"/>
          <p:cNvSpPr/>
          <p:nvPr/>
        </p:nvSpPr>
        <p:spPr>
          <a:xfrm>
            <a:off x="8865577" y="4762988"/>
            <a:ext cx="1143000" cy="723900"/>
          </a:xfrm>
          <a:prstGeom prst="wedgeEllipseCallout">
            <a:avLst>
              <a:gd fmla="val -74620" name="adj1"/>
              <a:gd fmla="val 27259" name="adj2"/>
            </a:avLst>
          </a:prstGeom>
          <a:solidFill>
            <a:srgbClr val="FFFFCC"/>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Comic Sans MS"/>
              <a:buNone/>
            </a:pPr>
            <a:r>
              <a:rPr b="0" i="0" lang="en-US" sz="1200" u="none" cap="none" strike="noStrike">
                <a:solidFill>
                  <a:srgbClr val="000000"/>
                </a:solidFill>
                <a:latin typeface="Comic Sans MS"/>
                <a:ea typeface="Comic Sans MS"/>
                <a:cs typeface="Comic Sans MS"/>
                <a:sym typeface="Comic Sans MS"/>
              </a:rPr>
              <a:t>I’m still</a:t>
            </a:r>
            <a:br>
              <a:rPr b="0" i="0" lang="en-US" sz="1200" u="none" cap="none" strike="noStrike">
                <a:solidFill>
                  <a:srgbClr val="000000"/>
                </a:solidFill>
                <a:latin typeface="Comic Sans MS"/>
                <a:ea typeface="Comic Sans MS"/>
                <a:cs typeface="Comic Sans MS"/>
                <a:sym typeface="Comic Sans MS"/>
              </a:rPr>
            </a:br>
            <a:r>
              <a:rPr b="0" i="0" lang="en-US" sz="1200" u="none" cap="none" strike="noStrike">
                <a:solidFill>
                  <a:srgbClr val="000000"/>
                </a:solidFill>
                <a:latin typeface="Comic Sans MS"/>
                <a:ea typeface="Comic Sans MS"/>
                <a:cs typeface="Comic Sans MS"/>
                <a:sym typeface="Comic Sans MS"/>
              </a:rPr>
              <a:t>here!</a:t>
            </a:r>
            <a:endParaRPr/>
          </a:p>
        </p:txBody>
      </p:sp>
      <p:pic>
        <p:nvPicPr>
          <p:cNvPr id="340" name="Google Shape;340;p21"/>
          <p:cNvPicPr preferRelativeResize="0"/>
          <p:nvPr/>
        </p:nvPicPr>
        <p:blipFill rotWithShape="1">
          <a:blip r:embed="rId7">
            <a:alphaModFix/>
          </a:blip>
          <a:srcRect b="0" l="0" r="0" t="0"/>
          <a:stretch/>
        </p:blipFill>
        <p:spPr>
          <a:xfrm>
            <a:off x="7450015" y="4920797"/>
            <a:ext cx="1160585" cy="1347142"/>
          </a:xfrm>
          <a:prstGeom prst="rect">
            <a:avLst/>
          </a:prstGeom>
          <a:noFill/>
          <a:ln>
            <a:noFill/>
          </a:ln>
        </p:spPr>
      </p:pic>
      <p:sp>
        <p:nvSpPr>
          <p:cNvPr id="341" name="Google Shape;341;p21"/>
          <p:cNvSpPr txBox="1"/>
          <p:nvPr/>
        </p:nvSpPr>
        <p:spPr>
          <a:xfrm>
            <a:off x="5453879" y="5973444"/>
            <a:ext cx="66556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400"/>
              <a:buFont typeface="Arial Black"/>
              <a:buNone/>
            </a:pPr>
            <a:r>
              <a:rPr b="0" i="0" lang="en-US" sz="1400" u="none" cap="none" strike="noStrike">
                <a:solidFill>
                  <a:srgbClr val="FF0000"/>
                </a:solidFill>
                <a:latin typeface="Arial Black"/>
                <a:ea typeface="Arial Black"/>
                <a:cs typeface="Arial Black"/>
                <a:sym typeface="Arial Black"/>
              </a:rPr>
              <a:t>2011</a:t>
            </a:r>
            <a:endParaRPr b="0" i="0" sz="1400" u="none" cap="none" strike="noStrike">
              <a:solidFill>
                <a:srgbClr val="FF0000"/>
              </a:solidFill>
              <a:latin typeface="Arial Black"/>
              <a:ea typeface="Arial Black"/>
              <a:cs typeface="Arial Black"/>
              <a:sym typeface="Arial Black"/>
            </a:endParaRP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6" name="Shape 346"/>
        <p:cNvGrpSpPr/>
        <p:nvPr/>
      </p:nvGrpSpPr>
      <p:grpSpPr>
        <a:xfrm>
          <a:off x="0" y="0"/>
          <a:ext cx="0" cy="0"/>
          <a:chOff x="0" y="0"/>
          <a:chExt cx="0" cy="0"/>
        </a:xfrm>
      </p:grpSpPr>
      <p:sp>
        <p:nvSpPr>
          <p:cNvPr id="347" name="Google Shape;347;p22"/>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 </a:t>
            </a:r>
            <a:r>
              <a:rPr b="1" lang="en-US" sz="2800">
                <a:solidFill>
                  <a:srgbClr val="00B0F0"/>
                </a:solidFill>
              </a:rPr>
              <a:t>Biconditional</a:t>
            </a:r>
            <a:endParaRPr b="1" i="0" sz="2800" u="none" cap="none" strike="noStrike">
              <a:solidFill>
                <a:schemeClr val="dk1"/>
              </a:solidFill>
              <a:latin typeface="Times New Roman"/>
              <a:ea typeface="Times New Roman"/>
              <a:cs typeface="Times New Roman"/>
              <a:sym typeface="Times New Roman"/>
            </a:endParaRPr>
          </a:p>
        </p:txBody>
      </p:sp>
      <p:sp>
        <p:nvSpPr>
          <p:cNvPr id="348" name="Google Shape;348;p22"/>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500"/>
              <a:buNone/>
            </a:pPr>
            <a:r>
              <a:rPr b="1" lang="en-US" sz="2000"/>
              <a:t>Some Alternative Notations</a:t>
            </a:r>
            <a:endParaRPr b="1" i="0" sz="2000" u="none" cap="none" strike="noStrike">
              <a:solidFill>
                <a:schemeClr val="dk1"/>
              </a:solidFill>
              <a:latin typeface="Times New Roman"/>
              <a:ea typeface="Times New Roman"/>
              <a:cs typeface="Times New Roman"/>
              <a:sym typeface="Times New Roman"/>
            </a:endParaRPr>
          </a:p>
        </p:txBody>
      </p:sp>
      <p:sp>
        <p:nvSpPr>
          <p:cNvPr id="349" name="Google Shape;349;p22"/>
          <p:cNvSpPr txBox="1"/>
          <p:nvPr>
            <p:ph idx="2" type="body"/>
          </p:nvPr>
        </p:nvSpPr>
        <p:spPr>
          <a:xfrm>
            <a:off x="4645025" y="1535112"/>
            <a:ext cx="4041774" cy="639762"/>
          </a:xfrm>
          <a:prstGeom prst="rect">
            <a:avLst/>
          </a:prstGeom>
          <a:solidFill>
            <a:srgbClr val="0070C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Activity 2</a:t>
            </a:r>
            <a:endParaRPr/>
          </a:p>
        </p:txBody>
      </p:sp>
      <p:sp>
        <p:nvSpPr>
          <p:cNvPr id="350" name="Google Shape;350;p22"/>
          <p:cNvSpPr txBox="1"/>
          <p:nvPr>
            <p:ph idx="3" type="body"/>
          </p:nvPr>
        </p:nvSpPr>
        <p:spPr>
          <a:xfrm>
            <a:off x="4645025" y="2174875"/>
            <a:ext cx="4041774" cy="3951287"/>
          </a:xfrm>
          <a:prstGeom prst="rect">
            <a:avLst/>
          </a:prstGeom>
          <a:solidFill>
            <a:srgbClr val="002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2060"/>
              </a:buClr>
              <a:buSzPts val="500"/>
              <a:buFont typeface="Times New Roman"/>
              <a:buNone/>
            </a:pPr>
            <a:r>
              <a:rPr i="0" lang="en-US" sz="2000" u="none" cap="none" strike="noStrike">
                <a:solidFill>
                  <a:schemeClr val="lt1"/>
                </a:solidFill>
                <a:latin typeface="Times New Roman"/>
                <a:ea typeface="Times New Roman"/>
                <a:cs typeface="Times New Roman"/>
                <a:sym typeface="Times New Roman"/>
              </a:rPr>
              <a:t>Try to complete following truth table</a:t>
            </a:r>
            <a:endParaRPr/>
          </a:p>
          <a:p>
            <a:pPr indent="0" lvl="0" marL="0" rtl="0" algn="l">
              <a:lnSpc>
                <a:spcPct val="100000"/>
              </a:lnSpc>
              <a:spcBef>
                <a:spcPts val="640"/>
              </a:spcBef>
              <a:spcAft>
                <a:spcPts val="0"/>
              </a:spcAft>
              <a:buSzPts val="2000"/>
              <a:buFont typeface="Times New Roman"/>
              <a:buNone/>
            </a:pPr>
            <a:r>
              <a:t/>
            </a:r>
            <a:endParaRPr b="1" i="0" sz="2000" u="none" cap="none" strike="noStrike">
              <a:solidFill>
                <a:srgbClr val="002060"/>
              </a:solidFill>
              <a:latin typeface="Times New Roman"/>
              <a:ea typeface="Times New Roman"/>
              <a:cs typeface="Times New Roman"/>
              <a:sym typeface="Times New Roman"/>
            </a:endParaRPr>
          </a:p>
          <a:p>
            <a:pPr indent="0" lvl="0" marL="0" rtl="0" algn="l">
              <a:lnSpc>
                <a:spcPct val="100000"/>
              </a:lnSpc>
              <a:spcBef>
                <a:spcPts val="640"/>
              </a:spcBef>
              <a:spcAft>
                <a:spcPts val="0"/>
              </a:spcAft>
              <a:buSzPts val="2000"/>
              <a:buFont typeface="Times New Roman"/>
              <a:buNone/>
            </a:pPr>
            <a:r>
              <a:t/>
            </a:r>
            <a:endParaRPr b="1" i="0" sz="2000" u="none" cap="none" strike="noStrike">
              <a:solidFill>
                <a:srgbClr val="002060"/>
              </a:solidFill>
              <a:latin typeface="Times New Roman"/>
              <a:ea typeface="Times New Roman"/>
              <a:cs typeface="Times New Roman"/>
              <a:sym typeface="Times New Roman"/>
            </a:endParaRPr>
          </a:p>
          <a:p>
            <a:pPr indent="0" lvl="0" marL="0" rtl="0" algn="l">
              <a:lnSpc>
                <a:spcPct val="100000"/>
              </a:lnSpc>
              <a:spcBef>
                <a:spcPts val="640"/>
              </a:spcBef>
              <a:spcAft>
                <a:spcPts val="0"/>
              </a:spcAft>
              <a:buSzPts val="2000"/>
              <a:buFont typeface="Times New Roman"/>
              <a:buNone/>
            </a:pPr>
            <a:r>
              <a:t/>
            </a:r>
            <a:endParaRPr b="1" i="0" sz="2000" u="none" cap="none" strike="noStrike">
              <a:solidFill>
                <a:srgbClr val="002060"/>
              </a:solidFill>
              <a:latin typeface="Times New Roman"/>
              <a:ea typeface="Times New Roman"/>
              <a:cs typeface="Times New Roman"/>
              <a:sym typeface="Times New Roman"/>
            </a:endParaRPr>
          </a:p>
          <a:p>
            <a:pPr indent="0" lvl="0" marL="0" rtl="0" algn="l">
              <a:lnSpc>
                <a:spcPct val="100000"/>
              </a:lnSpc>
              <a:spcBef>
                <a:spcPts val="640"/>
              </a:spcBef>
              <a:spcAft>
                <a:spcPts val="0"/>
              </a:spcAft>
              <a:buSzPts val="2000"/>
              <a:buFont typeface="Times New Roman"/>
              <a:buNone/>
            </a:pPr>
            <a:r>
              <a:t/>
            </a:r>
            <a:endParaRPr b="1" i="0" sz="2000" u="none" cap="none" strike="noStrike">
              <a:solidFill>
                <a:srgbClr val="002060"/>
              </a:solidFill>
              <a:latin typeface="Times New Roman"/>
              <a:ea typeface="Times New Roman"/>
              <a:cs typeface="Times New Roman"/>
              <a:sym typeface="Times New Roman"/>
            </a:endParaRPr>
          </a:p>
          <a:p>
            <a:pPr indent="0" lvl="0" marL="0" rtl="0" algn="l">
              <a:lnSpc>
                <a:spcPct val="100000"/>
              </a:lnSpc>
              <a:spcBef>
                <a:spcPts val="640"/>
              </a:spcBef>
              <a:spcAft>
                <a:spcPts val="0"/>
              </a:spcAft>
              <a:buSzPts val="2000"/>
              <a:buFont typeface="Times New Roman"/>
              <a:buNone/>
            </a:pPr>
            <a:r>
              <a:t/>
            </a:r>
            <a:endParaRPr b="1" i="0" sz="2000" u="none" cap="none" strike="noStrike">
              <a:solidFill>
                <a:srgbClr val="002060"/>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rgbClr val="002060"/>
              </a:buClr>
              <a:buSzPts val="2000"/>
              <a:buFont typeface="Times New Roman"/>
              <a:buChar char="✓"/>
            </a:pPr>
            <a:r>
              <a:rPr b="0" i="0" lang="en-US" sz="2000" u="none" cap="none" strike="noStrike">
                <a:solidFill>
                  <a:srgbClr val="002060"/>
                </a:solidFill>
                <a:latin typeface="Times New Roman"/>
                <a:ea typeface="Times New Roman"/>
                <a:cs typeface="Times New Roman"/>
                <a:sym typeface="Times New Roman"/>
              </a:rPr>
              <a:t>Notice that truth table for</a:t>
            </a:r>
            <a:endParaRPr/>
          </a:p>
          <a:p>
            <a:pPr indent="0" lvl="0" marL="0" marR="0" rtl="0" algn="l">
              <a:lnSpc>
                <a:spcPct val="100000"/>
              </a:lnSpc>
              <a:spcBef>
                <a:spcPts val="400"/>
              </a:spcBef>
              <a:spcAft>
                <a:spcPts val="0"/>
              </a:spcAft>
              <a:buClr>
                <a:srgbClr val="002060"/>
              </a:buClr>
              <a:buSzPts val="500"/>
              <a:buFont typeface="Times New Roman"/>
              <a:buNone/>
            </a:pPr>
            <a:r>
              <a:rPr b="0" i="0" lang="en-US" sz="2000" u="none" cap="none" strike="noStrike">
                <a:solidFill>
                  <a:schemeClr val="lt1"/>
                </a:solidFill>
                <a:latin typeface="Times New Roman"/>
                <a:ea typeface="Times New Roman"/>
                <a:cs typeface="Times New Roman"/>
                <a:sym typeface="Times New Roman"/>
              </a:rPr>
              <a:t>           ¬p ∪ q is equivalent to p ⇒ q. </a:t>
            </a:r>
            <a:endParaRPr/>
          </a:p>
          <a:p>
            <a:pPr indent="0" lvl="0" marL="0" rtl="0" algn="l">
              <a:lnSpc>
                <a:spcPct val="100000"/>
              </a:lnSpc>
              <a:spcBef>
                <a:spcPts val="640"/>
              </a:spcBef>
              <a:spcAft>
                <a:spcPts val="0"/>
              </a:spcAft>
              <a:buSzPts val="2000"/>
              <a:buFont typeface="Times New Roman"/>
              <a:buNone/>
            </a:pPr>
            <a:r>
              <a:t/>
            </a:r>
            <a:endParaRPr b="0" i="0" sz="2000" u="none" cap="none" strike="noStrike">
              <a:solidFill>
                <a:schemeClr val="lt1"/>
              </a:solidFill>
              <a:latin typeface="Times New Roman"/>
              <a:ea typeface="Times New Roman"/>
              <a:cs typeface="Times New Roman"/>
              <a:sym typeface="Times New Roman"/>
            </a:endParaRPr>
          </a:p>
          <a:p>
            <a:pPr indent="0" lvl="0" marL="0" rtl="0" algn="l">
              <a:lnSpc>
                <a:spcPct val="100000"/>
              </a:lnSpc>
              <a:spcBef>
                <a:spcPts val="640"/>
              </a:spcBef>
              <a:spcAft>
                <a:spcPts val="0"/>
              </a:spcAft>
              <a:buSzPts val="2000"/>
              <a:buFont typeface="Times New Roman"/>
              <a:buNone/>
            </a:pPr>
            <a:r>
              <a:t/>
            </a:r>
            <a:endParaRPr b="0" i="0" sz="2000" u="none" cap="none" strike="noStrike">
              <a:solidFill>
                <a:schemeClr val="lt1"/>
              </a:solidFill>
              <a:latin typeface="Times New Roman"/>
              <a:ea typeface="Times New Roman"/>
              <a:cs typeface="Times New Roman"/>
              <a:sym typeface="Times New Roman"/>
            </a:endParaRPr>
          </a:p>
          <a:p>
            <a:pPr indent="0" lvl="0" marL="0" rtl="0" algn="l">
              <a:lnSpc>
                <a:spcPct val="100000"/>
              </a:lnSpc>
              <a:spcBef>
                <a:spcPts val="640"/>
              </a:spcBef>
              <a:spcAft>
                <a:spcPts val="0"/>
              </a:spcAft>
              <a:buSzPts val="2000"/>
              <a:buFont typeface="Times New Roman"/>
              <a:buNone/>
            </a:pPr>
            <a:r>
              <a:t/>
            </a:r>
            <a:endParaRPr b="0" i="0" sz="2000" u="none" cap="none" strike="noStrike">
              <a:solidFill>
                <a:srgbClr val="002060"/>
              </a:solidFill>
              <a:latin typeface="Times New Roman"/>
              <a:ea typeface="Times New Roman"/>
              <a:cs typeface="Times New Roman"/>
              <a:sym typeface="Times New Roman"/>
            </a:endParaRPr>
          </a:p>
          <a:p>
            <a:pPr indent="0" lvl="0" marL="0" rtl="0" algn="l">
              <a:lnSpc>
                <a:spcPct val="100000"/>
              </a:lnSpc>
              <a:spcBef>
                <a:spcPts val="640"/>
              </a:spcBef>
              <a:spcAft>
                <a:spcPts val="0"/>
              </a:spcAft>
              <a:buSzPts val="2000"/>
              <a:buFont typeface="Times New Roman"/>
              <a:buNone/>
            </a:pPr>
            <a:r>
              <a:t/>
            </a:r>
            <a:endParaRPr b="0" i="0" sz="2000" u="none" cap="none" strike="noStrike">
              <a:solidFill>
                <a:srgbClr val="002060"/>
              </a:solidFill>
              <a:latin typeface="Times New Roman"/>
              <a:ea typeface="Times New Roman"/>
              <a:cs typeface="Times New Roman"/>
              <a:sym typeface="Times New Roman"/>
            </a:endParaRPr>
          </a:p>
        </p:txBody>
      </p:sp>
      <p:sp>
        <p:nvSpPr>
          <p:cNvPr id="351" name="Google Shape;351;p22"/>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00"/>
              <a:buFont typeface="Times New Roman"/>
              <a:buNone/>
            </a:pPr>
            <a:r>
              <a:rPr b="1" lang="en-US" sz="1200">
                <a:solidFill>
                  <a:srgbClr val="FF0000"/>
                </a:solidFill>
                <a:latin typeface="Times New Roman"/>
                <a:ea typeface="Times New Roman"/>
                <a:cs typeface="Times New Roman"/>
                <a:sym typeface="Times New Roman"/>
              </a:rPr>
              <a:t>Dr. Nguyen Van Hieu, Discrete Mathematics</a:t>
            </a:r>
            <a:endParaRPr b="1" sz="1200">
              <a:solidFill>
                <a:srgbClr val="FF0000"/>
              </a:solidFill>
              <a:latin typeface="Times New Roman"/>
              <a:ea typeface="Times New Roman"/>
              <a:cs typeface="Times New Roman"/>
              <a:sym typeface="Times New Roman"/>
            </a:endParaRPr>
          </a:p>
        </p:txBody>
      </p:sp>
      <p:sp>
        <p:nvSpPr>
          <p:cNvPr id="352" name="Google Shape;352;p22"/>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350"/>
              <a:buFont typeface="Arial"/>
              <a:buNone/>
            </a:pPr>
            <a:r>
              <a:rPr lang="en-US"/>
              <a:t> </a:t>
            </a:r>
            <a:endParaRPr/>
          </a:p>
        </p:txBody>
      </p:sp>
      <p:pic>
        <p:nvPicPr>
          <p:cNvPr id="353" name="Google Shape;353;p22"/>
          <p:cNvPicPr preferRelativeResize="0"/>
          <p:nvPr/>
        </p:nvPicPr>
        <p:blipFill rotWithShape="1">
          <a:blip r:embed="rId4">
            <a:alphaModFix/>
          </a:blip>
          <a:srcRect b="0" l="0" r="0" t="0"/>
          <a:stretch/>
        </p:blipFill>
        <p:spPr>
          <a:xfrm>
            <a:off x="5105400" y="3048000"/>
            <a:ext cx="3200399" cy="1447800"/>
          </a:xfrm>
          <a:prstGeom prst="rect">
            <a:avLst/>
          </a:prstGeom>
          <a:noFill/>
          <a:ln>
            <a:noFill/>
          </a:ln>
        </p:spPr>
      </p:pic>
      <p:sp>
        <p:nvSpPr>
          <p:cNvPr id="354" name="Google Shape;354;p22"/>
          <p:cNvSpPr txBox="1"/>
          <p:nvPr>
            <p:ph idx="4" type="body"/>
          </p:nvPr>
        </p:nvSpPr>
        <p:spPr>
          <a:xfrm>
            <a:off x="457200" y="2133600"/>
            <a:ext cx="4040187" cy="3951287"/>
          </a:xfrm>
          <a:prstGeom prst="rect">
            <a:avLst/>
          </a:prstGeom>
          <a:solidFill>
            <a:srgbClr val="EAEAEA"/>
          </a:solidFill>
          <a:ln>
            <a:noFill/>
          </a:ln>
        </p:spPr>
        <p:txBody>
          <a:bodyPr anchorCtr="0" anchor="t" bIns="45700" lIns="91425" spcFirstLastPara="1" rIns="91425" wrap="square" tIns="45700">
            <a:noAutofit/>
          </a:bodyPr>
          <a:lstStyle/>
          <a:p>
            <a:pPr indent="-50800" lvl="0" marL="342900" rtl="0" algn="l">
              <a:lnSpc>
                <a:spcPct val="100000"/>
              </a:lnSpc>
              <a:spcBef>
                <a:spcPts val="0"/>
              </a:spcBef>
              <a:spcAft>
                <a:spcPts val="0"/>
              </a:spcAft>
              <a:buSzPts val="1400"/>
              <a:buNone/>
            </a:pPr>
            <a:r>
              <a:t/>
            </a:r>
            <a:endParaRPr/>
          </a:p>
        </p:txBody>
      </p:sp>
      <p:graphicFrame>
        <p:nvGraphicFramePr>
          <p:cNvPr id="355" name="Google Shape;355;p22"/>
          <p:cNvGraphicFramePr/>
          <p:nvPr/>
        </p:nvGraphicFramePr>
        <p:xfrm>
          <a:off x="685800" y="2438400"/>
          <a:ext cx="3657600" cy="2209800"/>
        </p:xfrm>
        <a:graphic>
          <a:graphicData uri="http://schemas.openxmlformats.org/presentationml/2006/ole">
            <mc:AlternateContent>
              <mc:Choice Requires="v">
                <p:oleObj r:id="rId5" imgH="2209800" imgW="3657600" progId="Word.Document.8" spid="_x0000_s1">
                  <p:embed/>
                </p:oleObj>
              </mc:Choice>
              <mc:Fallback>
                <p:oleObj r:id="rId6" imgH="2209800" imgW="3657600" progId="Word.Document.8">
                  <p:embed/>
                  <p:pic>
                    <p:nvPicPr>
                      <p:cNvPr id="355" name="Google Shape;355;p22"/>
                      <p:cNvPicPr preferRelativeResize="0"/>
                      <p:nvPr/>
                    </p:nvPicPr>
                    <p:blipFill rotWithShape="1">
                      <a:blip r:embed="rId7">
                        <a:alphaModFix/>
                      </a:blip>
                      <a:srcRect b="0" l="0" r="0" t="0"/>
                      <a:stretch/>
                    </p:blipFill>
                    <p:spPr>
                      <a:xfrm>
                        <a:off x="685800" y="2438400"/>
                        <a:ext cx="3657600" cy="2209800"/>
                      </a:xfrm>
                      <a:prstGeom prst="rect">
                        <a:avLst/>
                      </a:prstGeom>
                      <a:solidFill>
                        <a:schemeClr val="lt1"/>
                      </a:solidFill>
                      <a:ln>
                        <a:noFill/>
                      </a:ln>
                    </p:spPr>
                  </p:pic>
                </p:oleObj>
              </mc:Fallback>
            </mc:AlternateContent>
          </a:graphicData>
        </a:graphic>
      </p:graphicFrame>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9" name="Shape 359"/>
        <p:cNvGrpSpPr/>
        <p:nvPr/>
      </p:nvGrpSpPr>
      <p:grpSpPr>
        <a:xfrm>
          <a:off x="0" y="0"/>
          <a:ext cx="0" cy="0"/>
          <a:chOff x="0" y="0"/>
          <a:chExt cx="0" cy="0"/>
        </a:xfrm>
      </p:grpSpPr>
      <p:sp>
        <p:nvSpPr>
          <p:cNvPr id="360" name="Google Shape;360;p23"/>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7030A0"/>
              </a:buClr>
              <a:buSzPts val="3600"/>
              <a:buFont typeface="Arial"/>
              <a:buNone/>
            </a:pPr>
            <a:r>
              <a:rPr b="1" lang="en-US" sz="3600">
                <a:solidFill>
                  <a:srgbClr val="7030A0"/>
                </a:solidFill>
              </a:rPr>
              <a:t>Translating Natural Sentences</a:t>
            </a:r>
            <a:endParaRPr/>
          </a:p>
        </p:txBody>
      </p:sp>
      <p:sp>
        <p:nvSpPr>
          <p:cNvPr id="361" name="Google Shape;361;p23"/>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500"/>
              <a:buFont typeface="Times New Roman"/>
              <a:buNone/>
            </a:pPr>
            <a:r>
              <a:rPr b="1" i="0" lang="en-US" sz="2000" u="none" cap="none" strike="noStrike">
                <a:solidFill>
                  <a:schemeClr val="dk1"/>
                </a:solidFill>
                <a:latin typeface="Times New Roman"/>
                <a:ea typeface="Times New Roman"/>
                <a:cs typeface="Times New Roman"/>
                <a:sym typeface="Times New Roman"/>
              </a:rPr>
              <a:t>Truth Tables</a:t>
            </a:r>
            <a:endParaRPr/>
          </a:p>
        </p:txBody>
      </p:sp>
      <p:sp>
        <p:nvSpPr>
          <p:cNvPr id="362" name="Google Shape;362;p23"/>
          <p:cNvSpPr txBox="1"/>
          <p:nvPr>
            <p:ph idx="2" type="body"/>
          </p:nvPr>
        </p:nvSpPr>
        <p:spPr>
          <a:xfrm>
            <a:off x="457200" y="2174875"/>
            <a:ext cx="4040187" cy="3951287"/>
          </a:xfrm>
          <a:prstGeom prst="rect">
            <a:avLst/>
          </a:prstGeom>
          <a:solidFill>
            <a:schemeClr val="accent1"/>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Why we use logic? </a:t>
            </a:r>
            <a:endParaRPr/>
          </a:p>
          <a:p>
            <a:pPr indent="-285750" lvl="1" marL="74295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Có nhiều mục đích khác nhau khi dịch một câu thông thường thành các biểu thức </a:t>
            </a:r>
            <a:r>
              <a:rPr lang="en-US" sz="2000">
                <a:solidFill>
                  <a:schemeClr val="dk1"/>
                </a:solidFill>
                <a:latin typeface="Times New Roman"/>
                <a:ea typeface="Times New Roman"/>
                <a:cs typeface="Times New Roman"/>
                <a:sym typeface="Times New Roman"/>
              </a:rPr>
              <a:t>logic</a:t>
            </a:r>
            <a:endParaRPr b="0" i="0" sz="20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Sử dụng để phân tích các biểu thức </a:t>
            </a:r>
            <a:r>
              <a:rPr lang="en-US" sz="2000">
                <a:solidFill>
                  <a:schemeClr val="dk1"/>
                </a:solidFill>
                <a:latin typeface="Times New Roman"/>
                <a:ea typeface="Times New Roman"/>
                <a:cs typeface="Times New Roman"/>
                <a:sym typeface="Times New Roman"/>
              </a:rPr>
              <a:t>logic</a:t>
            </a:r>
            <a:r>
              <a:rPr b="0" i="0" lang="en-US" sz="2000" u="none" cap="none" strike="noStrike">
                <a:solidFill>
                  <a:schemeClr val="dk1"/>
                </a:solidFill>
                <a:latin typeface="Times New Roman"/>
                <a:ea typeface="Times New Roman"/>
                <a:cs typeface="Times New Roman"/>
                <a:sym typeface="Times New Roman"/>
              </a:rPr>
              <a:t> và có thể xác định giá trị chân lý của biểu thức đo.</a:t>
            </a:r>
            <a:endParaRPr b="0" i="0" sz="20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We hope to translate </a:t>
            </a:r>
            <a:r>
              <a:rPr lang="en-US" sz="2000">
                <a:solidFill>
                  <a:schemeClr val="dk1"/>
                </a:solidFill>
                <a:latin typeface="Times New Roman"/>
                <a:ea typeface="Times New Roman"/>
                <a:cs typeface="Times New Roman"/>
                <a:sym typeface="Times New Roman"/>
              </a:rPr>
              <a:t>from</a:t>
            </a:r>
            <a:r>
              <a:rPr b="0" i="0" lang="en-US" sz="2000" u="none" cap="none" strike="noStrike">
                <a:solidFill>
                  <a:schemeClr val="dk1"/>
                </a:solidFill>
                <a:latin typeface="Times New Roman"/>
                <a:ea typeface="Times New Roman"/>
                <a:cs typeface="Times New Roman"/>
                <a:sym typeface="Times New Roman"/>
              </a:rPr>
              <a:t> English to symbols. </a:t>
            </a:r>
            <a:endParaRPr/>
          </a:p>
        </p:txBody>
      </p:sp>
      <p:sp>
        <p:nvSpPr>
          <p:cNvPr id="363" name="Google Shape;363;p23"/>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Activity 4:</a:t>
            </a:r>
            <a:endParaRPr/>
          </a:p>
        </p:txBody>
      </p:sp>
      <p:sp>
        <p:nvSpPr>
          <p:cNvPr id="364" name="Google Shape;364;p23"/>
          <p:cNvSpPr txBox="1"/>
          <p:nvPr>
            <p:ph idx="4" type="body"/>
          </p:nvPr>
        </p:nvSpPr>
        <p:spPr>
          <a:xfrm>
            <a:off x="4645025" y="2174875"/>
            <a:ext cx="4041774" cy="39512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600"/>
              <a:buFont typeface="Times New Roman"/>
              <a:buNone/>
            </a:pPr>
            <a:r>
              <a:rPr b="0" i="0" lang="en-US" sz="2400" u="none" cap="none" strike="noStrike">
                <a:solidFill>
                  <a:srgbClr val="00B050"/>
                </a:solidFill>
                <a:latin typeface="Times New Roman"/>
                <a:ea typeface="Times New Roman"/>
                <a:cs typeface="Times New Roman"/>
                <a:sym typeface="Times New Roman"/>
              </a:rPr>
              <a:t>“I will buy a new phone </a:t>
            </a:r>
            <a:r>
              <a:rPr b="0" i="0" lang="en-US" sz="2400" u="none" cap="none" strike="noStrike">
                <a:solidFill>
                  <a:srgbClr val="FF0000"/>
                </a:solidFill>
                <a:latin typeface="Times New Roman"/>
                <a:ea typeface="Times New Roman"/>
                <a:cs typeface="Times New Roman"/>
                <a:sym typeface="Times New Roman"/>
              </a:rPr>
              <a:t>only if </a:t>
            </a:r>
            <a:r>
              <a:rPr b="0" i="0" lang="en-US" sz="2400" u="none" cap="none" strike="noStrike">
                <a:solidFill>
                  <a:srgbClr val="00B050"/>
                </a:solidFill>
                <a:latin typeface="Times New Roman"/>
                <a:ea typeface="Times New Roman"/>
                <a:cs typeface="Times New Roman"/>
                <a:sym typeface="Times New Roman"/>
              </a:rPr>
              <a:t>I have enough money to buy iPhone 5 </a:t>
            </a:r>
            <a:r>
              <a:rPr b="0" i="0" lang="en-US" sz="2400" u="none" cap="none" strike="noStrike">
                <a:solidFill>
                  <a:srgbClr val="FF0000"/>
                </a:solidFill>
                <a:latin typeface="Times New Roman"/>
                <a:ea typeface="Times New Roman"/>
                <a:cs typeface="Times New Roman"/>
                <a:sym typeface="Times New Roman"/>
              </a:rPr>
              <a:t>or </a:t>
            </a:r>
            <a:r>
              <a:rPr b="0" i="0" lang="en-US" sz="2400" u="none" cap="none" strike="noStrike">
                <a:solidFill>
                  <a:srgbClr val="00B050"/>
                </a:solidFill>
                <a:latin typeface="Times New Roman"/>
                <a:ea typeface="Times New Roman"/>
                <a:cs typeface="Times New Roman"/>
                <a:sym typeface="Times New Roman"/>
              </a:rPr>
              <a:t>my phone is not working”</a:t>
            </a:r>
            <a:endParaRPr/>
          </a:p>
          <a:p>
            <a:pPr indent="0" lvl="0" marL="342900" rtl="0" algn="l">
              <a:lnSpc>
                <a:spcPct val="100000"/>
              </a:lnSpc>
              <a:spcBef>
                <a:spcPts val="640"/>
              </a:spcBef>
              <a:spcAft>
                <a:spcPts val="0"/>
              </a:spcAft>
              <a:buSzPts val="2400"/>
              <a:buNone/>
            </a:pPr>
            <a:r>
              <a:t/>
            </a:r>
            <a:endParaRPr b="0" i="0" sz="2400" u="none" cap="none" strike="noStrike">
              <a:solidFill>
                <a:srgbClr val="00B050"/>
              </a:solidFill>
              <a:latin typeface="Times New Roman"/>
              <a:ea typeface="Times New Roman"/>
              <a:cs typeface="Times New Roman"/>
              <a:sym typeface="Times New Roman"/>
            </a:endParaRPr>
          </a:p>
        </p:txBody>
      </p:sp>
      <p:sp>
        <p:nvSpPr>
          <p:cNvPr id="365" name="Google Shape;365;p23"/>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366" name="Google Shape;366;p23"/>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
        <p:nvSpPr>
          <p:cNvPr id="367" name="Google Shape;367;p23"/>
          <p:cNvSpPr txBox="1"/>
          <p:nvPr/>
        </p:nvSpPr>
        <p:spPr>
          <a:xfrm>
            <a:off x="381000" y="1066800"/>
            <a:ext cx="8305799" cy="6095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1" name="Shape 371"/>
        <p:cNvGrpSpPr/>
        <p:nvPr/>
      </p:nvGrpSpPr>
      <p:grpSpPr>
        <a:xfrm>
          <a:off x="0" y="0"/>
          <a:ext cx="0" cy="0"/>
          <a:chOff x="0" y="0"/>
          <a:chExt cx="0" cy="0"/>
        </a:xfrm>
      </p:grpSpPr>
      <p:sp>
        <p:nvSpPr>
          <p:cNvPr id="372" name="Google Shape;372;p24"/>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7030A0"/>
              </a:buClr>
              <a:buSzPts val="700"/>
              <a:buFont typeface="Arial"/>
              <a:buNone/>
            </a:pPr>
            <a:r>
              <a:rPr b="1" lang="en-US" sz="2800">
                <a:solidFill>
                  <a:srgbClr val="7030A0"/>
                </a:solidFill>
              </a:rPr>
              <a:t>Translating Natural Sentences</a:t>
            </a:r>
            <a:endParaRPr b="1" i="0" sz="2800" u="none" cap="none" strike="noStrike">
              <a:solidFill>
                <a:schemeClr val="dk1"/>
              </a:solidFill>
              <a:latin typeface="Times New Roman"/>
              <a:ea typeface="Times New Roman"/>
              <a:cs typeface="Times New Roman"/>
              <a:sym typeface="Times New Roman"/>
            </a:endParaRPr>
          </a:p>
        </p:txBody>
      </p:sp>
      <p:sp>
        <p:nvSpPr>
          <p:cNvPr id="373" name="Google Shape;373;p24"/>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500"/>
              <a:buFont typeface="Arial"/>
              <a:buNone/>
            </a:pPr>
            <a:r>
              <a:rPr b="1" i="0" lang="en-US" sz="2000" u="none" cap="none" strike="noStrike">
                <a:solidFill>
                  <a:srgbClr val="002060"/>
                </a:solidFill>
                <a:latin typeface="Arial"/>
                <a:ea typeface="Arial"/>
                <a:cs typeface="Arial"/>
                <a:sym typeface="Arial"/>
              </a:rPr>
              <a:t>Translating Natural Sentences</a:t>
            </a:r>
            <a:endParaRPr/>
          </a:p>
        </p:txBody>
      </p:sp>
      <p:pic>
        <p:nvPicPr>
          <p:cNvPr id="374" name="Google Shape;374;p24"/>
          <p:cNvPicPr preferRelativeResize="0"/>
          <p:nvPr/>
        </p:nvPicPr>
        <p:blipFill rotWithShape="1">
          <a:blip r:embed="rId3">
            <a:alphaModFix/>
          </a:blip>
          <a:srcRect b="0" l="0" r="0" t="0"/>
          <a:stretch/>
        </p:blipFill>
        <p:spPr>
          <a:xfrm>
            <a:off x="457200" y="2174875"/>
            <a:ext cx="4040187" cy="3951287"/>
          </a:xfrm>
          <a:prstGeom prst="rect">
            <a:avLst/>
          </a:prstGeom>
          <a:noFill/>
          <a:ln>
            <a:noFill/>
          </a:ln>
        </p:spPr>
      </p:pic>
      <p:sp>
        <p:nvSpPr>
          <p:cNvPr id="375" name="Google Shape;375;p24"/>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376" name="Google Shape;376;p24"/>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Activity 4:</a:t>
            </a:r>
            <a:endParaRPr/>
          </a:p>
        </p:txBody>
      </p:sp>
      <p:sp>
        <p:nvSpPr>
          <p:cNvPr id="377" name="Google Shape;377;p24"/>
          <p:cNvSpPr txBox="1"/>
          <p:nvPr>
            <p:ph idx="4" type="body"/>
          </p:nvPr>
        </p:nvSpPr>
        <p:spPr>
          <a:xfrm>
            <a:off x="4645025" y="2174875"/>
            <a:ext cx="4041774" cy="39512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0" i="0" lang="en-US" sz="2400" u="none" cap="none" strike="noStrike">
                <a:solidFill>
                  <a:schemeClr val="dk1"/>
                </a:solidFill>
                <a:latin typeface="Times New Roman"/>
                <a:ea typeface="Times New Roman"/>
                <a:cs typeface="Times New Roman"/>
                <a:sym typeface="Times New Roman"/>
              </a:rPr>
              <a:t>  “I will buy a new phone only if I have enough money to buy iPhone 5 or my phone is not working”</a:t>
            </a:r>
            <a:endParaRPr/>
          </a:p>
          <a:p>
            <a:pPr indent="0" lvl="0" marL="342900" rtl="0" algn="l">
              <a:lnSpc>
                <a:spcPct val="100000"/>
              </a:lnSpc>
              <a:spcBef>
                <a:spcPts val="640"/>
              </a:spcBef>
              <a:spcAft>
                <a:spcPts val="0"/>
              </a:spcAft>
              <a:buSzPts val="2400"/>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8" name="Google Shape;378;p24"/>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379" name="Google Shape;379;p24"/>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
        <p:nvSpPr>
          <p:cNvPr id="380" name="Google Shape;380;p24"/>
          <p:cNvSpPr txBox="1"/>
          <p:nvPr/>
        </p:nvSpPr>
        <p:spPr>
          <a:xfrm>
            <a:off x="381000" y="1066800"/>
            <a:ext cx="8305799" cy="6095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4" name="Shape 384"/>
        <p:cNvGrpSpPr/>
        <p:nvPr/>
      </p:nvGrpSpPr>
      <p:grpSpPr>
        <a:xfrm>
          <a:off x="0" y="0"/>
          <a:ext cx="0" cy="0"/>
          <a:chOff x="0" y="0"/>
          <a:chExt cx="0" cy="0"/>
        </a:xfrm>
      </p:grpSpPr>
      <p:sp>
        <p:nvSpPr>
          <p:cNvPr id="385" name="Google Shape;385;p25"/>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7030A0"/>
              </a:buClr>
              <a:buSzPts val="700"/>
              <a:buFont typeface="Arial"/>
              <a:buNone/>
            </a:pPr>
            <a:r>
              <a:rPr b="1" lang="en-US" sz="2800">
                <a:solidFill>
                  <a:srgbClr val="7030A0"/>
                </a:solidFill>
              </a:rPr>
              <a:t>Translating Natural Sentences</a:t>
            </a:r>
            <a:endParaRPr b="1" i="0" sz="2800" u="none" cap="none" strike="noStrike">
              <a:solidFill>
                <a:schemeClr val="dk1"/>
              </a:solidFill>
              <a:latin typeface="Times New Roman"/>
              <a:ea typeface="Times New Roman"/>
              <a:cs typeface="Times New Roman"/>
              <a:sym typeface="Times New Roman"/>
            </a:endParaRPr>
          </a:p>
        </p:txBody>
      </p:sp>
      <p:sp>
        <p:nvSpPr>
          <p:cNvPr id="386" name="Google Shape;386;p25"/>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2060"/>
              </a:buClr>
              <a:buSzPts val="500"/>
              <a:buFont typeface="Arial"/>
              <a:buNone/>
            </a:pPr>
            <a:r>
              <a:rPr b="1" i="0" lang="en-US" sz="2000" u="none" cap="none" strike="noStrike">
                <a:solidFill>
                  <a:srgbClr val="002060"/>
                </a:solidFill>
                <a:latin typeface="Arial"/>
                <a:ea typeface="Arial"/>
                <a:cs typeface="Arial"/>
                <a:sym typeface="Arial"/>
              </a:rPr>
              <a:t>Translating Natural Sentences</a:t>
            </a:r>
            <a:endParaRPr b="1" i="0" sz="2000" u="none" cap="none" strike="noStrike">
              <a:solidFill>
                <a:srgbClr val="002060"/>
              </a:solidFill>
              <a:latin typeface="Arial"/>
              <a:ea typeface="Arial"/>
              <a:cs typeface="Arial"/>
              <a:sym typeface="Arial"/>
            </a:endParaRPr>
          </a:p>
        </p:txBody>
      </p:sp>
      <p:sp>
        <p:nvSpPr>
          <p:cNvPr id="387" name="Google Shape;387;p25"/>
          <p:cNvSpPr txBox="1"/>
          <p:nvPr>
            <p:ph idx="2" type="body"/>
          </p:nvPr>
        </p:nvSpPr>
        <p:spPr>
          <a:xfrm>
            <a:off x="457200" y="2174875"/>
            <a:ext cx="4040187" cy="3951287"/>
          </a:xfrm>
          <a:prstGeom prst="rect">
            <a:avLst/>
          </a:prstGeom>
          <a:blipFill rotWithShape="1">
            <a:blip r:embed="rId3">
              <a:alphaModFix/>
            </a:blip>
            <a:stretch>
              <a:fillRect b="0" l="-1954" r="0" t="-1076"/>
            </a:stretch>
          </a:blip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139700" lvl="0" marL="342900" rtl="0" algn="l">
              <a:lnSpc>
                <a:spcPct val="100000"/>
              </a:lnSpc>
              <a:spcBef>
                <a:spcPts val="0"/>
              </a:spcBef>
              <a:spcAft>
                <a:spcPts val="0"/>
              </a:spcAft>
              <a:buSzPts val="1400"/>
              <a:buChar char="•"/>
            </a:pPr>
            <a:r>
              <a:rPr lang="en-US"/>
              <a:t> </a:t>
            </a:r>
            <a:endParaRPr/>
          </a:p>
        </p:txBody>
      </p:sp>
      <p:sp>
        <p:nvSpPr>
          <p:cNvPr id="388" name="Google Shape;388;p25"/>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Activity 4`:</a:t>
            </a:r>
            <a:endParaRPr b="1" i="0" sz="2400" u="none" cap="none" strike="noStrike">
              <a:solidFill>
                <a:schemeClr val="dk1"/>
              </a:solidFill>
              <a:latin typeface="Times New Roman"/>
              <a:ea typeface="Times New Roman"/>
              <a:cs typeface="Times New Roman"/>
              <a:sym typeface="Times New Roman"/>
            </a:endParaRPr>
          </a:p>
        </p:txBody>
      </p:sp>
      <p:sp>
        <p:nvSpPr>
          <p:cNvPr id="389" name="Google Shape;389;p25"/>
          <p:cNvSpPr txBox="1"/>
          <p:nvPr>
            <p:ph idx="4" type="body"/>
          </p:nvPr>
        </p:nvSpPr>
        <p:spPr>
          <a:xfrm>
            <a:off x="4645025" y="2174875"/>
            <a:ext cx="4041774" cy="3951287"/>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0" i="0" lang="en-US" sz="2400" u="none" cap="none" strike="noStrike">
                <a:solidFill>
                  <a:schemeClr val="dk1"/>
                </a:solidFill>
                <a:latin typeface="Times New Roman"/>
                <a:ea typeface="Times New Roman"/>
                <a:cs typeface="Times New Roman"/>
                <a:sym typeface="Times New Roman"/>
              </a:rPr>
              <a:t>  “Bạn không lái xe máy nếu bạn cao dưới 1.5m, trừ khi bạn trên 18 </a:t>
            </a:r>
            <a:r>
              <a:rPr lang="en-US" sz="2400">
                <a:solidFill>
                  <a:schemeClr val="dk1"/>
                </a:solidFill>
                <a:latin typeface="Times New Roman"/>
                <a:ea typeface="Times New Roman"/>
                <a:cs typeface="Times New Roman"/>
                <a:sym typeface="Times New Roman"/>
              </a:rPr>
              <a:t>tuổi</a:t>
            </a: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a:p>
            <a:pPr indent="0" lvl="0" marL="342900" rtl="0" algn="l">
              <a:lnSpc>
                <a:spcPct val="100000"/>
              </a:lnSpc>
              <a:spcBef>
                <a:spcPts val="640"/>
              </a:spcBef>
              <a:spcAft>
                <a:spcPts val="0"/>
              </a:spcAft>
              <a:buSzPts val="2400"/>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0" name="Google Shape;390;p25"/>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391" name="Google Shape;391;p25"/>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
        <p:nvSpPr>
          <p:cNvPr id="392" name="Google Shape;392;p25"/>
          <p:cNvSpPr txBox="1"/>
          <p:nvPr/>
        </p:nvSpPr>
        <p:spPr>
          <a:xfrm>
            <a:off x="381000" y="1066800"/>
            <a:ext cx="8305799" cy="6095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6" name="Shape 396"/>
        <p:cNvGrpSpPr/>
        <p:nvPr/>
      </p:nvGrpSpPr>
      <p:grpSpPr>
        <a:xfrm>
          <a:off x="0" y="0"/>
          <a:ext cx="0" cy="0"/>
          <a:chOff x="0" y="0"/>
          <a:chExt cx="0" cy="0"/>
        </a:xfrm>
      </p:grpSpPr>
      <p:sp>
        <p:nvSpPr>
          <p:cNvPr id="397" name="Google Shape;397;p26"/>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a:t>
            </a:r>
            <a:endParaRPr b="1" i="0" sz="2800" u="none" cap="none" strike="noStrike">
              <a:solidFill>
                <a:schemeClr val="dk1"/>
              </a:solidFill>
              <a:latin typeface="Times New Roman"/>
              <a:ea typeface="Times New Roman"/>
              <a:cs typeface="Times New Roman"/>
              <a:sym typeface="Times New Roman"/>
            </a:endParaRPr>
          </a:p>
        </p:txBody>
      </p:sp>
      <p:sp>
        <p:nvSpPr>
          <p:cNvPr id="398" name="Google Shape;398;p26"/>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Truth Tables</a:t>
            </a:r>
            <a:endParaRPr/>
          </a:p>
        </p:txBody>
      </p:sp>
      <p:sp>
        <p:nvSpPr>
          <p:cNvPr id="399" name="Google Shape;399;p26"/>
          <p:cNvSpPr txBox="1"/>
          <p:nvPr>
            <p:ph idx="2" type="body"/>
          </p:nvPr>
        </p:nvSpPr>
        <p:spPr>
          <a:xfrm>
            <a:off x="457200" y="2174875"/>
            <a:ext cx="4040187" cy="3951287"/>
          </a:xfrm>
          <a:prstGeom prst="rect">
            <a:avLst/>
          </a:prstGeom>
          <a:solidFill>
            <a:schemeClr val="accent1"/>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In brackets first</a:t>
            </a:r>
            <a:endParaRPr/>
          </a:p>
          <a:p>
            <a:pPr indent="0" lvl="0" marL="342900" rtl="0" algn="l">
              <a:lnSpc>
                <a:spcPct val="100000"/>
              </a:lnSpc>
              <a:spcBef>
                <a:spcPts val="640"/>
              </a:spcBef>
              <a:spcAft>
                <a:spcPts val="0"/>
              </a:spcAft>
              <a:buSzPts val="2400"/>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Negate first, then and etc</a:t>
            </a:r>
            <a:endParaRPr/>
          </a:p>
        </p:txBody>
      </p:sp>
      <p:sp>
        <p:nvSpPr>
          <p:cNvPr id="400" name="Google Shape;400;p26"/>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Example</a:t>
            </a:r>
            <a:endParaRPr/>
          </a:p>
        </p:txBody>
      </p:sp>
      <p:sp>
        <p:nvSpPr>
          <p:cNvPr id="401" name="Google Shape;401;p26"/>
          <p:cNvSpPr txBox="1"/>
          <p:nvPr>
            <p:ph idx="4" type="body"/>
          </p:nvPr>
        </p:nvSpPr>
        <p:spPr>
          <a:xfrm>
            <a:off x="4645025" y="2174875"/>
            <a:ext cx="4041774" cy="3951287"/>
          </a:xfrm>
          <a:prstGeom prst="rect">
            <a:avLst/>
          </a:prstGeom>
          <a:noFill/>
          <a:ln>
            <a:noFill/>
          </a:ln>
        </p:spPr>
        <p:txBody>
          <a:bodyPr anchorCtr="0" anchor="t" bIns="45700" lIns="91425" spcFirstLastPara="1" rIns="91425" wrap="square" tIns="45700">
            <a:noAutofit/>
          </a:bodyPr>
          <a:lstStyle/>
          <a:p>
            <a:pPr indent="-50800" lvl="0" marL="342900" rtl="0" algn="l">
              <a:lnSpc>
                <a:spcPct val="100000"/>
              </a:lnSpc>
              <a:spcBef>
                <a:spcPts val="0"/>
              </a:spcBef>
              <a:spcAft>
                <a:spcPts val="0"/>
              </a:spcAft>
              <a:buSzPts val="1400"/>
              <a:buNone/>
            </a:pPr>
            <a:r>
              <a:t/>
            </a:r>
            <a:endParaRPr/>
          </a:p>
        </p:txBody>
      </p:sp>
      <p:sp>
        <p:nvSpPr>
          <p:cNvPr id="402" name="Google Shape;402;p26"/>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403" name="Google Shape;403;p26"/>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404" name="Google Shape;404;p26"/>
          <p:cNvPicPr preferRelativeResize="0"/>
          <p:nvPr/>
        </p:nvPicPr>
        <p:blipFill rotWithShape="1">
          <a:blip r:embed="rId3">
            <a:alphaModFix/>
          </a:blip>
          <a:srcRect b="0" l="0" r="0" t="0"/>
          <a:stretch/>
        </p:blipFill>
        <p:spPr>
          <a:xfrm>
            <a:off x="685800" y="3619500"/>
            <a:ext cx="3657599" cy="990599"/>
          </a:xfrm>
          <a:prstGeom prst="rect">
            <a:avLst/>
          </a:prstGeom>
          <a:noFill/>
          <a:ln>
            <a:noFill/>
          </a:ln>
        </p:spPr>
      </p:pic>
      <p:pic>
        <p:nvPicPr>
          <p:cNvPr id="405" name="Google Shape;405;p26"/>
          <p:cNvPicPr preferRelativeResize="0"/>
          <p:nvPr/>
        </p:nvPicPr>
        <p:blipFill rotWithShape="1">
          <a:blip r:embed="rId4">
            <a:alphaModFix/>
          </a:blip>
          <a:srcRect b="0" l="0" r="0" t="0"/>
          <a:stretch/>
        </p:blipFill>
        <p:spPr>
          <a:xfrm>
            <a:off x="4705350" y="2228850"/>
            <a:ext cx="3886200" cy="2952750"/>
          </a:xfrm>
          <a:prstGeom prst="rect">
            <a:avLst/>
          </a:prstGeom>
          <a:noFill/>
          <a:ln>
            <a:noFill/>
          </a:ln>
        </p:spPr>
      </p:pic>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0" name="Shape 410"/>
        <p:cNvGrpSpPr/>
        <p:nvPr/>
      </p:nvGrpSpPr>
      <p:grpSpPr>
        <a:xfrm>
          <a:off x="0" y="0"/>
          <a:ext cx="0" cy="0"/>
          <a:chOff x="0" y="0"/>
          <a:chExt cx="0" cy="0"/>
        </a:xfrm>
      </p:grpSpPr>
      <p:sp>
        <p:nvSpPr>
          <p:cNvPr id="411" name="Google Shape;411;p27"/>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700"/>
              <a:buFont typeface="Arial"/>
              <a:buNone/>
            </a:pPr>
            <a:r>
              <a:rPr b="1" lang="en-US" sz="2800"/>
              <a:t>Compound proposition</a:t>
            </a:r>
            <a:endParaRPr b="0" i="0" sz="2800" u="none" cap="none" strike="noStrike">
              <a:solidFill>
                <a:srgbClr val="00B050"/>
              </a:solidFill>
              <a:latin typeface="Times New Roman"/>
              <a:ea typeface="Times New Roman"/>
              <a:cs typeface="Times New Roman"/>
              <a:sym typeface="Times New Roman"/>
            </a:endParaRPr>
          </a:p>
        </p:txBody>
      </p:sp>
      <p:sp>
        <p:nvSpPr>
          <p:cNvPr id="412" name="Google Shape;412;p27"/>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Activity 5</a:t>
            </a:r>
            <a:endParaRPr/>
          </a:p>
        </p:txBody>
      </p:sp>
      <p:sp>
        <p:nvSpPr>
          <p:cNvPr id="413" name="Google Shape;413;p27"/>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None/>
            </a:pPr>
            <a:r>
              <a:rPr b="0" i="0" lang="en-US" sz="2400" u="none" cap="none" strike="noStrike">
                <a:solidFill>
                  <a:srgbClr val="FF0000"/>
                </a:solidFill>
                <a:latin typeface="Times New Roman"/>
                <a:ea typeface="Times New Roman"/>
                <a:cs typeface="Times New Roman"/>
                <a:sym typeface="Times New Roman"/>
              </a:rPr>
              <a:t>Construct a truth table for</a:t>
            </a:r>
            <a:endParaRPr/>
          </a:p>
          <a:p>
            <a:pPr indent="0" lvl="0" marL="0" marR="0" rtl="0" algn="l">
              <a:lnSpc>
                <a:spcPct val="100000"/>
              </a:lnSpc>
              <a:spcBef>
                <a:spcPts val="0"/>
              </a:spcBef>
              <a:spcAft>
                <a:spcPts val="0"/>
              </a:spcAft>
              <a:buClr>
                <a:schemeClr val="dk1"/>
              </a:buClr>
              <a:buSzPts val="2400"/>
              <a:buNone/>
            </a:pPr>
            <a:r>
              <a:rPr b="0" i="0" lang="en-US" sz="2400" u="none" cap="none" strike="noStrike">
                <a:latin typeface="Times New Roman"/>
                <a:ea typeface="Times New Roman"/>
                <a:cs typeface="Times New Roman"/>
                <a:sym typeface="Times New Roman"/>
              </a:rPr>
              <a:t> </a:t>
            </a:r>
            <a:endParaRPr/>
          </a:p>
        </p:txBody>
      </p:sp>
      <p:sp>
        <p:nvSpPr>
          <p:cNvPr id="414" name="Google Shape;414;p27"/>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Activity 6</a:t>
            </a:r>
            <a:endParaRPr/>
          </a:p>
        </p:txBody>
      </p:sp>
      <p:sp>
        <p:nvSpPr>
          <p:cNvPr id="415" name="Google Shape;415;p27"/>
          <p:cNvSpPr txBox="1"/>
          <p:nvPr>
            <p:ph idx="4" type="body"/>
          </p:nvPr>
        </p:nvSpPr>
        <p:spPr>
          <a:xfrm>
            <a:off x="4645025" y="2174875"/>
            <a:ext cx="4041774"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400"/>
              <a:buNone/>
            </a:pPr>
            <a:r>
              <a:rPr b="0" i="0" lang="en-US" sz="2400" u="none" cap="none" strike="noStrike">
                <a:latin typeface="Times New Roman"/>
                <a:ea typeface="Times New Roman"/>
                <a:cs typeface="Times New Roman"/>
                <a:sym typeface="Times New Roman"/>
              </a:rPr>
              <a:t> </a:t>
            </a:r>
            <a:r>
              <a:rPr lang="en-US" sz="2400">
                <a:solidFill>
                  <a:srgbClr val="FF0000"/>
                </a:solidFill>
                <a:latin typeface="Times New Roman"/>
                <a:ea typeface="Times New Roman"/>
                <a:cs typeface="Times New Roman"/>
                <a:sym typeface="Times New Roman"/>
              </a:rPr>
              <a:t>Construct a truth table for</a:t>
            </a:r>
            <a:endParaRPr/>
          </a:p>
          <a:p>
            <a:pPr indent="-190500" lvl="0" marL="342900" marR="0" rtl="0" algn="l">
              <a:lnSpc>
                <a:spcPct val="100000"/>
              </a:lnSpc>
              <a:spcBef>
                <a:spcPts val="0"/>
              </a:spcBef>
              <a:spcAft>
                <a:spcPts val="0"/>
              </a:spcAft>
              <a:buClr>
                <a:schemeClr val="dk1"/>
              </a:buClr>
              <a:buSzPts val="2400"/>
              <a:buFont typeface="Times New Roman"/>
              <a:buNone/>
            </a:pPr>
            <a:r>
              <a:t/>
            </a:r>
            <a:endParaRPr b="0" i="0" sz="2400" u="none" cap="none" strike="noStrike">
              <a:latin typeface="Times New Roman"/>
              <a:ea typeface="Times New Roman"/>
              <a:cs typeface="Times New Roman"/>
              <a:sym typeface="Times New Roman"/>
            </a:endParaRPr>
          </a:p>
        </p:txBody>
      </p:sp>
      <p:sp>
        <p:nvSpPr>
          <p:cNvPr id="416" name="Google Shape;416;p27"/>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417" name="Google Shape;417;p27"/>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418" name="Google Shape;418;p27"/>
          <p:cNvPicPr preferRelativeResize="0"/>
          <p:nvPr/>
        </p:nvPicPr>
        <p:blipFill rotWithShape="1">
          <a:blip r:embed="rId3">
            <a:alphaModFix/>
          </a:blip>
          <a:srcRect b="0" l="0" r="0" t="0"/>
          <a:stretch/>
        </p:blipFill>
        <p:spPr>
          <a:xfrm>
            <a:off x="1447800" y="2667000"/>
            <a:ext cx="1066800" cy="400050"/>
          </a:xfrm>
          <a:prstGeom prst="rect">
            <a:avLst/>
          </a:prstGeom>
          <a:noFill/>
          <a:ln cap="flat" cmpd="sng" w="9525">
            <a:solidFill>
              <a:schemeClr val="dk1"/>
            </a:solidFill>
            <a:prstDash val="solid"/>
            <a:miter lim="800000"/>
            <a:headEnd len="sm" w="sm" type="none"/>
            <a:tailEnd len="sm" w="sm" type="none"/>
          </a:ln>
        </p:spPr>
      </p:pic>
      <p:pic>
        <p:nvPicPr>
          <p:cNvPr id="419" name="Google Shape;419;p27"/>
          <p:cNvPicPr preferRelativeResize="0"/>
          <p:nvPr/>
        </p:nvPicPr>
        <p:blipFill rotWithShape="1">
          <a:blip r:embed="rId4">
            <a:alphaModFix/>
          </a:blip>
          <a:srcRect b="0" l="0" r="0" t="0"/>
          <a:stretch/>
        </p:blipFill>
        <p:spPr>
          <a:xfrm>
            <a:off x="5562600" y="2667000"/>
            <a:ext cx="1409700" cy="609600"/>
          </a:xfrm>
          <a:prstGeom prst="rect">
            <a:avLst/>
          </a:prstGeom>
          <a:solidFill>
            <a:schemeClr val="lt2"/>
          </a:solidFill>
          <a:ln>
            <a:noFill/>
          </a:ln>
        </p:spPr>
      </p:pic>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4" name="Shape 424"/>
        <p:cNvGrpSpPr/>
        <p:nvPr/>
      </p:nvGrpSpPr>
      <p:grpSpPr>
        <a:xfrm>
          <a:off x="0" y="0"/>
          <a:ext cx="0" cy="0"/>
          <a:chOff x="0" y="0"/>
          <a:chExt cx="0" cy="0"/>
        </a:xfrm>
      </p:grpSpPr>
      <p:sp>
        <p:nvSpPr>
          <p:cNvPr id="425" name="Google Shape;425;p28"/>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Propositional Logic- </a:t>
            </a:r>
            <a:r>
              <a:rPr b="0" i="0" lang="en-US" sz="2800" u="none" cap="none" strike="noStrike">
                <a:solidFill>
                  <a:srgbClr val="00B050"/>
                </a:solidFill>
                <a:latin typeface="Times New Roman"/>
                <a:ea typeface="Times New Roman"/>
                <a:cs typeface="Times New Roman"/>
                <a:sym typeface="Times New Roman"/>
              </a:rPr>
              <a:t>Operators</a:t>
            </a:r>
            <a:endParaRPr/>
          </a:p>
        </p:txBody>
      </p:sp>
      <p:sp>
        <p:nvSpPr>
          <p:cNvPr id="426" name="Google Shape;426;p28"/>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Activity 7</a:t>
            </a:r>
            <a:endParaRPr/>
          </a:p>
        </p:txBody>
      </p:sp>
      <p:pic>
        <p:nvPicPr>
          <p:cNvPr id="427" name="Google Shape;427;p28"/>
          <p:cNvPicPr preferRelativeResize="0"/>
          <p:nvPr/>
        </p:nvPicPr>
        <p:blipFill rotWithShape="1">
          <a:blip r:embed="rId3">
            <a:alphaModFix/>
          </a:blip>
          <a:srcRect b="0" l="0" r="0" t="0"/>
          <a:stretch/>
        </p:blipFill>
        <p:spPr>
          <a:xfrm>
            <a:off x="457200" y="2174875"/>
            <a:ext cx="4040187" cy="3951287"/>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428" name="Google Shape;428;p28"/>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429" name="Google Shape;429;p28"/>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Activity 8</a:t>
            </a:r>
            <a:endParaRPr/>
          </a:p>
        </p:txBody>
      </p:sp>
      <p:pic>
        <p:nvPicPr>
          <p:cNvPr id="430" name="Google Shape;430;p28"/>
          <p:cNvPicPr preferRelativeResize="0"/>
          <p:nvPr/>
        </p:nvPicPr>
        <p:blipFill rotWithShape="1">
          <a:blip r:embed="rId4">
            <a:alphaModFix/>
          </a:blip>
          <a:srcRect b="0" l="0" r="0" t="0"/>
          <a:stretch/>
        </p:blipFill>
        <p:spPr>
          <a:xfrm>
            <a:off x="4645024" y="2174875"/>
            <a:ext cx="4041775" cy="3951287"/>
          </a:xfrm>
          <a:prstGeom prst="rect">
            <a:avLst/>
          </a:prstGeom>
          <a:noFill/>
          <a:ln>
            <a:noFill/>
          </a:ln>
        </p:spPr>
      </p:pic>
      <p:sp>
        <p:nvSpPr>
          <p:cNvPr id="431" name="Google Shape;431;p28"/>
          <p:cNvSpPr txBox="1"/>
          <p:nvPr>
            <p:ph idx="4" type="body"/>
          </p:nvPr>
        </p:nvSpPr>
        <p:spPr>
          <a:xfrm>
            <a:off x="4645025" y="2174875"/>
            <a:ext cx="4041774"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432" name="Google Shape;432;p28"/>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433" name="Google Shape;433;p28"/>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8" name="Shape 438"/>
        <p:cNvGrpSpPr/>
        <p:nvPr/>
      </p:nvGrpSpPr>
      <p:grpSpPr>
        <a:xfrm>
          <a:off x="0" y="0"/>
          <a:ext cx="0" cy="0"/>
          <a:chOff x="0" y="0"/>
          <a:chExt cx="0" cy="0"/>
        </a:xfrm>
      </p:grpSpPr>
      <p:sp>
        <p:nvSpPr>
          <p:cNvPr id="439" name="Google Shape;439;p29"/>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Propositional Logic- </a:t>
            </a:r>
            <a:r>
              <a:rPr b="0" i="0" lang="en-US" sz="2800" u="none" cap="none" strike="noStrike">
                <a:solidFill>
                  <a:srgbClr val="00B050"/>
                </a:solidFill>
                <a:latin typeface="Times New Roman"/>
                <a:ea typeface="Times New Roman"/>
                <a:cs typeface="Times New Roman"/>
                <a:sym typeface="Times New Roman"/>
              </a:rPr>
              <a:t>Operators</a:t>
            </a:r>
            <a:endParaRPr/>
          </a:p>
        </p:txBody>
      </p:sp>
      <p:sp>
        <p:nvSpPr>
          <p:cNvPr id="440" name="Google Shape;440;p29"/>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Activity 9</a:t>
            </a:r>
            <a:endParaRPr/>
          </a:p>
        </p:txBody>
      </p:sp>
      <p:pic>
        <p:nvPicPr>
          <p:cNvPr id="441" name="Google Shape;441;p29"/>
          <p:cNvPicPr preferRelativeResize="0"/>
          <p:nvPr/>
        </p:nvPicPr>
        <p:blipFill rotWithShape="1">
          <a:blip r:embed="rId3">
            <a:alphaModFix/>
          </a:blip>
          <a:srcRect b="0" l="0" r="0" t="0"/>
          <a:stretch/>
        </p:blipFill>
        <p:spPr>
          <a:xfrm>
            <a:off x="457200" y="2174875"/>
            <a:ext cx="4040187" cy="3951287"/>
          </a:xfrm>
          <a:prstGeom prst="rect">
            <a:avLst/>
          </a:prstGeom>
          <a:noFill/>
          <a:ln>
            <a:noFill/>
          </a:ln>
        </p:spPr>
      </p:pic>
      <p:sp>
        <p:nvSpPr>
          <p:cNvPr id="442" name="Google Shape;442;p29"/>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443" name="Google Shape;443;p29"/>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Activity 10</a:t>
            </a:r>
            <a:endParaRPr/>
          </a:p>
        </p:txBody>
      </p:sp>
      <p:pic>
        <p:nvPicPr>
          <p:cNvPr id="444" name="Google Shape;444;p29"/>
          <p:cNvPicPr preferRelativeResize="0"/>
          <p:nvPr/>
        </p:nvPicPr>
        <p:blipFill rotWithShape="1">
          <a:blip r:embed="rId4">
            <a:alphaModFix/>
          </a:blip>
          <a:srcRect b="0" l="0" r="0" t="0"/>
          <a:stretch/>
        </p:blipFill>
        <p:spPr>
          <a:xfrm>
            <a:off x="4645025" y="2174875"/>
            <a:ext cx="4041775" cy="3951287"/>
          </a:xfrm>
          <a:prstGeom prst="rect">
            <a:avLst/>
          </a:prstGeom>
          <a:noFill/>
          <a:ln>
            <a:noFill/>
          </a:ln>
        </p:spPr>
      </p:pic>
      <p:sp>
        <p:nvSpPr>
          <p:cNvPr id="445" name="Google Shape;445;p29"/>
          <p:cNvSpPr txBox="1"/>
          <p:nvPr>
            <p:ph idx="4" type="body"/>
          </p:nvPr>
        </p:nvSpPr>
        <p:spPr>
          <a:xfrm>
            <a:off x="4645025" y="2174875"/>
            <a:ext cx="4041774"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446" name="Google Shape;446;p29"/>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447" name="Google Shape;447;p29"/>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2" name="Shape 452"/>
        <p:cNvGrpSpPr/>
        <p:nvPr/>
      </p:nvGrpSpPr>
      <p:grpSpPr>
        <a:xfrm>
          <a:off x="0" y="0"/>
          <a:ext cx="0" cy="0"/>
          <a:chOff x="0" y="0"/>
          <a:chExt cx="0" cy="0"/>
        </a:xfrm>
      </p:grpSpPr>
      <p:sp>
        <p:nvSpPr>
          <p:cNvPr id="453" name="Google Shape;453;p30"/>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Propositional Logic- </a:t>
            </a:r>
            <a:r>
              <a:rPr b="0" i="0" lang="en-US" sz="2800" u="none" cap="none" strike="noStrike">
                <a:solidFill>
                  <a:srgbClr val="00B050"/>
                </a:solidFill>
                <a:latin typeface="Times New Roman"/>
                <a:ea typeface="Times New Roman"/>
                <a:cs typeface="Times New Roman"/>
                <a:sym typeface="Times New Roman"/>
              </a:rPr>
              <a:t>Operators</a:t>
            </a:r>
            <a:endParaRPr/>
          </a:p>
        </p:txBody>
      </p:sp>
      <p:sp>
        <p:nvSpPr>
          <p:cNvPr id="454" name="Google Shape;454;p30"/>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Activity 11</a:t>
            </a:r>
            <a:endParaRPr/>
          </a:p>
        </p:txBody>
      </p:sp>
      <p:pic>
        <p:nvPicPr>
          <p:cNvPr id="455" name="Google Shape;455;p30"/>
          <p:cNvPicPr preferRelativeResize="0"/>
          <p:nvPr/>
        </p:nvPicPr>
        <p:blipFill rotWithShape="1">
          <a:blip r:embed="rId3">
            <a:alphaModFix/>
          </a:blip>
          <a:srcRect b="0" l="0" r="0" t="0"/>
          <a:stretch/>
        </p:blipFill>
        <p:spPr>
          <a:xfrm>
            <a:off x="457200" y="2174875"/>
            <a:ext cx="4040187" cy="3951287"/>
          </a:xfrm>
          <a:prstGeom prst="rect">
            <a:avLst/>
          </a:prstGeom>
          <a:noFill/>
          <a:ln>
            <a:noFill/>
          </a:ln>
        </p:spPr>
      </p:pic>
      <p:sp>
        <p:nvSpPr>
          <p:cNvPr id="456" name="Google Shape;456;p30"/>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457" name="Google Shape;457;p30"/>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Activity 12</a:t>
            </a:r>
            <a:endParaRPr/>
          </a:p>
        </p:txBody>
      </p:sp>
      <p:pic>
        <p:nvPicPr>
          <p:cNvPr id="458" name="Google Shape;458;p30"/>
          <p:cNvPicPr preferRelativeResize="0"/>
          <p:nvPr/>
        </p:nvPicPr>
        <p:blipFill rotWithShape="1">
          <a:blip r:embed="rId4">
            <a:alphaModFix/>
          </a:blip>
          <a:srcRect b="0" l="0" r="0" t="0"/>
          <a:stretch/>
        </p:blipFill>
        <p:spPr>
          <a:xfrm>
            <a:off x="4645025" y="2174875"/>
            <a:ext cx="4041775" cy="3951287"/>
          </a:xfrm>
          <a:prstGeom prst="rect">
            <a:avLst/>
          </a:prstGeom>
          <a:noFill/>
          <a:ln>
            <a:noFill/>
          </a:ln>
        </p:spPr>
      </p:pic>
      <p:sp>
        <p:nvSpPr>
          <p:cNvPr id="459" name="Google Shape;459;p30"/>
          <p:cNvSpPr txBox="1"/>
          <p:nvPr>
            <p:ph idx="4" type="body"/>
          </p:nvPr>
        </p:nvSpPr>
        <p:spPr>
          <a:xfrm>
            <a:off x="4645025" y="2174875"/>
            <a:ext cx="4041774"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460" name="Google Shape;460;p30"/>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461" name="Google Shape;461;p30"/>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5" name="Shape 465"/>
        <p:cNvGrpSpPr/>
        <p:nvPr/>
      </p:nvGrpSpPr>
      <p:grpSpPr>
        <a:xfrm>
          <a:off x="0" y="0"/>
          <a:ext cx="0" cy="0"/>
          <a:chOff x="0" y="0"/>
          <a:chExt cx="0" cy="0"/>
        </a:xfrm>
      </p:grpSpPr>
      <p:sp>
        <p:nvSpPr>
          <p:cNvPr id="466" name="Google Shape;466;p31"/>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Applications</a:t>
            </a:r>
            <a:endParaRPr/>
          </a:p>
        </p:txBody>
      </p:sp>
      <p:sp>
        <p:nvSpPr>
          <p:cNvPr id="467" name="Google Shape;467;p31"/>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600"/>
              <a:buNone/>
            </a:pPr>
            <a:r>
              <a:rPr b="1" lang="en-US" sz="2400">
                <a:solidFill>
                  <a:schemeClr val="dk1"/>
                </a:solidFill>
                <a:latin typeface="Times New Roman"/>
                <a:ea typeface="Times New Roman"/>
                <a:cs typeface="Times New Roman"/>
                <a:sym typeface="Times New Roman"/>
              </a:rPr>
              <a:t>Boolean search</a:t>
            </a:r>
            <a:endParaRPr b="1" sz="2400">
              <a:solidFill>
                <a:schemeClr val="dk1"/>
              </a:solidFill>
              <a:latin typeface="Times New Roman"/>
              <a:ea typeface="Times New Roman"/>
              <a:cs typeface="Times New Roman"/>
              <a:sym typeface="Times New Roman"/>
            </a:endParaRPr>
          </a:p>
        </p:txBody>
      </p:sp>
      <p:sp>
        <p:nvSpPr>
          <p:cNvPr id="468" name="Google Shape;468;p31"/>
          <p:cNvSpPr txBox="1"/>
          <p:nvPr>
            <p:ph idx="2" type="body"/>
          </p:nvPr>
        </p:nvSpPr>
        <p:spPr>
          <a:xfrm>
            <a:off x="457200" y="2174875"/>
            <a:ext cx="4040187" cy="1863725"/>
          </a:xfrm>
          <a:prstGeom prst="rect">
            <a:avLst/>
          </a:prstGeom>
          <a:solidFill>
            <a:srgbClr val="D5D5D5"/>
          </a:solid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400"/>
              <a:buChar char="•"/>
            </a:pPr>
            <a:r>
              <a:rPr lang="en-US" sz="2400">
                <a:solidFill>
                  <a:schemeClr val="dk1"/>
                </a:solidFill>
                <a:latin typeface="Times New Roman"/>
                <a:ea typeface="Times New Roman"/>
                <a:cs typeface="Times New Roman"/>
                <a:sym typeface="Times New Roman"/>
              </a:rPr>
              <a:t>Type  “Discrete Mathematics” in </a:t>
            </a:r>
            <a:r>
              <a:rPr lang="en-US" sz="2400">
                <a:solidFill>
                  <a:srgbClr val="00B0F0"/>
                </a:solidFill>
                <a:latin typeface="Times New Roman"/>
                <a:ea typeface="Times New Roman"/>
                <a:cs typeface="Times New Roman"/>
                <a:sym typeface="Times New Roman"/>
              </a:rPr>
              <a:t>Google.</a:t>
            </a:r>
            <a:endParaRPr/>
          </a:p>
          <a:p>
            <a:pPr indent="-342900" lvl="0" marL="342900" rtl="0" algn="l">
              <a:lnSpc>
                <a:spcPct val="100000"/>
              </a:lnSpc>
              <a:spcBef>
                <a:spcPts val="480"/>
              </a:spcBef>
              <a:spcAft>
                <a:spcPts val="0"/>
              </a:spcAft>
              <a:buClr>
                <a:schemeClr val="dk2"/>
              </a:buClr>
              <a:buSzPts val="2400"/>
              <a:buChar char="•"/>
            </a:pPr>
            <a:r>
              <a:rPr lang="en-US" sz="2400">
                <a:solidFill>
                  <a:schemeClr val="dk2"/>
                </a:solidFill>
                <a:latin typeface="Times New Roman"/>
                <a:ea typeface="Times New Roman"/>
                <a:cs typeface="Times New Roman"/>
                <a:sym typeface="Times New Roman"/>
              </a:rPr>
              <a:t>Means  “Mathematics” AND  “for computing”</a:t>
            </a:r>
            <a:endParaRPr/>
          </a:p>
          <a:p>
            <a:pPr indent="-190500" lvl="0" marL="34290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9" name="Google Shape;469;p31"/>
          <p:cNvSpPr txBox="1"/>
          <p:nvPr>
            <p:ph idx="3" type="body"/>
          </p:nvPr>
        </p:nvSpPr>
        <p:spPr>
          <a:xfrm>
            <a:off x="4572000" y="1524000"/>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600"/>
              <a:buNone/>
            </a:pPr>
            <a:r>
              <a:rPr b="1" lang="en-US" sz="2400">
                <a:solidFill>
                  <a:schemeClr val="dk1"/>
                </a:solidFill>
                <a:latin typeface="Times New Roman"/>
                <a:ea typeface="Times New Roman"/>
                <a:cs typeface="Times New Roman"/>
                <a:sym typeface="Times New Roman"/>
              </a:rPr>
              <a:t>Bit string</a:t>
            </a:r>
            <a:endParaRPr b="1" sz="2400">
              <a:solidFill>
                <a:schemeClr val="dk1"/>
              </a:solidFill>
              <a:latin typeface="Times New Roman"/>
              <a:ea typeface="Times New Roman"/>
              <a:cs typeface="Times New Roman"/>
              <a:sym typeface="Times New Roman"/>
            </a:endParaRPr>
          </a:p>
        </p:txBody>
      </p:sp>
      <p:sp>
        <p:nvSpPr>
          <p:cNvPr id="470" name="Google Shape;470;p31"/>
          <p:cNvSpPr txBox="1"/>
          <p:nvPr>
            <p:ph idx="4" type="body"/>
          </p:nvPr>
        </p:nvSpPr>
        <p:spPr>
          <a:xfrm>
            <a:off x="4572000" y="2163763"/>
            <a:ext cx="4041774" cy="1821585"/>
          </a:xfrm>
          <a:prstGeom prst="rect">
            <a:avLst/>
          </a:prstGeom>
          <a:blipFill rotWithShape="1">
            <a:blip r:embed="rId3">
              <a:alphaModFix/>
            </a:blip>
            <a:stretch>
              <a:fillRect b="0" l="0" r="0" t="-2675"/>
            </a:stretch>
          </a:blipFill>
          <a:ln>
            <a:noFill/>
          </a:ln>
        </p:spPr>
        <p:txBody>
          <a:bodyPr anchorCtr="0" anchor="t" bIns="91425" lIns="91425" spcFirstLastPara="1" rIns="91425" wrap="square" tIns="91425">
            <a:noAutofit/>
          </a:bodyPr>
          <a:lstStyle/>
          <a:p>
            <a:pPr indent="-139700" lvl="0" marL="342900" rtl="0" algn="l">
              <a:lnSpc>
                <a:spcPct val="100000"/>
              </a:lnSpc>
              <a:spcBef>
                <a:spcPts val="0"/>
              </a:spcBef>
              <a:spcAft>
                <a:spcPts val="0"/>
              </a:spcAft>
              <a:buSzPts val="1400"/>
              <a:buChar char="•"/>
            </a:pPr>
            <a:r>
              <a:rPr lang="en-US"/>
              <a:t> </a:t>
            </a:r>
            <a:endParaRPr/>
          </a:p>
        </p:txBody>
      </p:sp>
      <p:sp>
        <p:nvSpPr>
          <p:cNvPr id="471" name="Google Shape;471;p31"/>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472" name="Google Shape;472;p31"/>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
        <p:nvSpPr>
          <p:cNvPr id="473" name="Google Shape;473;p31"/>
          <p:cNvSpPr txBox="1"/>
          <p:nvPr/>
        </p:nvSpPr>
        <p:spPr>
          <a:xfrm>
            <a:off x="463061" y="3985348"/>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System specifications</a:t>
            </a:r>
            <a:endParaRPr b="1" i="0" sz="2400" u="none" cap="none" strike="noStrike">
              <a:solidFill>
                <a:schemeClr val="dk1"/>
              </a:solidFill>
              <a:latin typeface="Times New Roman"/>
              <a:ea typeface="Times New Roman"/>
              <a:cs typeface="Times New Roman"/>
              <a:sym typeface="Times New Roman"/>
            </a:endParaRPr>
          </a:p>
        </p:txBody>
      </p:sp>
      <p:sp>
        <p:nvSpPr>
          <p:cNvPr id="474" name="Google Shape;474;p31"/>
          <p:cNvSpPr txBox="1"/>
          <p:nvPr/>
        </p:nvSpPr>
        <p:spPr>
          <a:xfrm>
            <a:off x="463061" y="4625111"/>
            <a:ext cx="4041774" cy="1699489"/>
          </a:xfrm>
          <a:prstGeom prst="rect">
            <a:avLst/>
          </a:prstGeom>
          <a:solidFill>
            <a:srgbClr val="D5D5D5"/>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When a  user clicked on </a:t>
            </a:r>
            <a:r>
              <a:rPr b="0" i="0" lang="en-US" sz="2400" u="none" cap="none" strike="noStrike">
                <a:solidFill>
                  <a:srgbClr val="FF0000"/>
                </a:solidFill>
                <a:latin typeface="Times New Roman"/>
                <a:ea typeface="Times New Roman"/>
                <a:cs typeface="Times New Roman"/>
                <a:sym typeface="Times New Roman"/>
              </a:rPr>
              <a:t>Help button</a:t>
            </a:r>
            <a:r>
              <a:rPr b="0" i="0" lang="en-US" sz="2400" u="none" cap="none" strike="noStrike">
                <a:solidFill>
                  <a:schemeClr val="dk1"/>
                </a:solidFill>
                <a:latin typeface="Times New Roman"/>
                <a:ea typeface="Times New Roman"/>
                <a:cs typeface="Times New Roman"/>
                <a:sym typeface="Times New Roman"/>
              </a:rPr>
              <a:t>. A  </a:t>
            </a:r>
            <a:r>
              <a:rPr b="0" i="0" lang="en-US" sz="2400" u="none" cap="none" strike="noStrike">
                <a:solidFill>
                  <a:srgbClr val="FF0000"/>
                </a:solidFill>
                <a:latin typeface="Times New Roman"/>
                <a:ea typeface="Times New Roman"/>
                <a:cs typeface="Times New Roman"/>
                <a:sym typeface="Times New Roman"/>
              </a:rPr>
              <a:t>pop – up </a:t>
            </a:r>
            <a:r>
              <a:rPr b="0" i="0" lang="en-US" sz="2400" u="none" cap="none" strike="noStrike">
                <a:solidFill>
                  <a:schemeClr val="dk1"/>
                </a:solidFill>
                <a:latin typeface="Times New Roman"/>
                <a:ea typeface="Times New Roman"/>
                <a:cs typeface="Times New Roman"/>
                <a:sym typeface="Times New Roman"/>
              </a:rPr>
              <a:t>will be shown up</a:t>
            </a:r>
            <a:endParaRPr/>
          </a:p>
          <a:p>
            <a:pPr indent="0" lvl="0" marL="342900" marR="0" rtl="0" algn="l">
              <a:lnSpc>
                <a:spcPct val="100000"/>
              </a:lnSpc>
              <a:spcBef>
                <a:spcPts val="640"/>
              </a:spcBef>
              <a:spcAft>
                <a:spcPts val="0"/>
              </a:spcAft>
              <a:buClr>
                <a:schemeClr val="dk1"/>
              </a:buClr>
              <a:buSzPts val="2400"/>
              <a:buFont typeface="Times New Roman"/>
              <a:buNone/>
            </a:pPr>
            <a:r>
              <a:t/>
            </a:r>
            <a:endParaRPr b="0" i="0" sz="2400" u="none" cap="none" strike="noStrike">
              <a:solidFill>
                <a:schemeClr val="dk2"/>
              </a:solidFill>
              <a:latin typeface="Times New Roman"/>
              <a:ea typeface="Times New Roman"/>
              <a:cs typeface="Times New Roman"/>
              <a:sym typeface="Times New Roman"/>
            </a:endParaRPr>
          </a:p>
          <a:p>
            <a:pPr indent="0" lvl="0" marL="342900" marR="0" rtl="0" algn="l">
              <a:lnSpc>
                <a:spcPct val="100000"/>
              </a:lnSpc>
              <a:spcBef>
                <a:spcPts val="640"/>
              </a:spcBef>
              <a:spcAft>
                <a:spcPts val="0"/>
              </a:spcAft>
              <a:buClr>
                <a:schemeClr val="dk1"/>
              </a:buClr>
              <a:buSzPts val="2400"/>
              <a:buFont typeface="Times New Roman"/>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75" name="Google Shape;475;p31"/>
          <p:cNvSpPr txBox="1"/>
          <p:nvPr/>
        </p:nvSpPr>
        <p:spPr>
          <a:xfrm>
            <a:off x="4566112" y="4008795"/>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rgbClr val="000000"/>
                </a:solidFill>
                <a:latin typeface="Arial"/>
                <a:ea typeface="Arial"/>
                <a:cs typeface="Arial"/>
                <a:sym typeface="Arial"/>
              </a:rPr>
              <a:t>using two hands</a:t>
            </a:r>
            <a:endParaRPr b="1" i="0" sz="2800" u="none" cap="none" strike="noStrike">
              <a:solidFill>
                <a:schemeClr val="dk1"/>
              </a:solidFill>
              <a:latin typeface="Times New Roman"/>
              <a:ea typeface="Times New Roman"/>
              <a:cs typeface="Times New Roman"/>
              <a:sym typeface="Times New Roman"/>
            </a:endParaRPr>
          </a:p>
        </p:txBody>
      </p:sp>
      <p:sp>
        <p:nvSpPr>
          <p:cNvPr id="476" name="Google Shape;476;p31"/>
          <p:cNvSpPr txBox="1"/>
          <p:nvPr/>
        </p:nvSpPr>
        <p:spPr>
          <a:xfrm>
            <a:off x="4566112" y="4648558"/>
            <a:ext cx="4041774" cy="1699489"/>
          </a:xfrm>
          <a:prstGeom prst="rect">
            <a:avLst/>
          </a:prstGeom>
          <a:solidFill>
            <a:srgbClr val="D5D5D5"/>
          </a:solidFill>
          <a:ln>
            <a:noFill/>
          </a:ln>
        </p:spPr>
        <p:txBody>
          <a:bodyPr anchorCtr="0" anchor="t" bIns="45700" lIns="91425" spcFirstLastPara="1" rIns="91425" wrap="square" tIns="45700">
            <a:noAutofit/>
          </a:bodyPr>
          <a:lstStyle/>
          <a:p>
            <a:pPr indent="-1524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rgbClr val="000000"/>
                </a:solidFill>
                <a:latin typeface="Arial"/>
                <a:ea typeface="Arial"/>
                <a:cs typeface="Arial"/>
                <a:sym typeface="Arial"/>
              </a:rPr>
              <a:t>Did you know that you can count to 1.023?</a:t>
            </a:r>
            <a:endParaRPr b="0" i="0" sz="2400" u="none" cap="none" strike="noStrike">
              <a:solidFill>
                <a:srgbClr val="000000"/>
              </a:solidFill>
              <a:latin typeface="Arial"/>
              <a:ea typeface="Arial"/>
              <a:cs typeface="Arial"/>
              <a:sym typeface="Arial"/>
            </a:endParaRPr>
          </a:p>
          <a:p>
            <a:pPr indent="-139700" lvl="0" marL="342900" marR="0" rtl="0" algn="l">
              <a:lnSpc>
                <a:spcPct val="100000"/>
              </a:lnSpc>
              <a:spcBef>
                <a:spcPts val="640"/>
              </a:spcBef>
              <a:spcAft>
                <a:spcPts val="0"/>
              </a:spcAft>
              <a:buClr>
                <a:schemeClr val="dk1"/>
              </a:buClr>
              <a:buSzPts val="1400"/>
              <a:buFont typeface="Times New Roman"/>
              <a:buChar char="•"/>
            </a:pPr>
            <a:r>
              <a:rPr b="0" i="0" lang="en-US" sz="1400" u="none" cap="none" strike="noStrike">
                <a:solidFill>
                  <a:srgbClr val="000000"/>
                </a:solidFill>
                <a:latin typeface="Arial"/>
                <a:ea typeface="Arial"/>
                <a:cs typeface="Arial"/>
                <a:sym typeface="Arial"/>
              </a:rPr>
              <a:t>0000000000, 0000000001, 0000000010, …</a:t>
            </a:r>
            <a:br>
              <a:rPr b="0" i="0" lang="en-US" sz="1400" u="none" cap="none" strike="noStrike">
                <a:solidFill>
                  <a:srgbClr val="000000"/>
                </a:solidFill>
                <a:latin typeface="Arial"/>
                <a:ea typeface="Arial"/>
                <a:cs typeface="Arial"/>
                <a:sym typeface="Arial"/>
              </a:rPr>
            </a:br>
            <a:r>
              <a:rPr b="0" i="0" lang="en-US" sz="1400" u="none" cap="none" strike="noStrike">
                <a:solidFill>
                  <a:srgbClr val="000000"/>
                </a:solidFill>
                <a:latin typeface="Arial"/>
                <a:ea typeface="Arial"/>
                <a:cs typeface="Arial"/>
                <a:sym typeface="Arial"/>
              </a:rPr>
              <a:t>…, 1111111101, 1111111110, 1111111111 </a:t>
            </a:r>
            <a:endParaRPr/>
          </a:p>
          <a:p>
            <a:pPr indent="0" lvl="0" marL="342900" marR="0" rtl="0" algn="l">
              <a:lnSpc>
                <a:spcPct val="100000"/>
              </a:lnSpc>
              <a:spcBef>
                <a:spcPts val="640"/>
              </a:spcBef>
              <a:spcAft>
                <a:spcPts val="0"/>
              </a:spcAft>
              <a:buClr>
                <a:schemeClr val="dk1"/>
              </a:buClr>
              <a:buSzPts val="2400"/>
              <a:buFont typeface="Times New Roman"/>
              <a:buNone/>
            </a:pPr>
            <a:r>
              <a:t/>
            </a:r>
            <a:endParaRPr b="0" i="0" sz="2400" u="none" cap="none" strike="noStrike">
              <a:solidFill>
                <a:schemeClr val="dk2"/>
              </a:solidFill>
              <a:latin typeface="Times New Roman"/>
              <a:ea typeface="Times New Roman"/>
              <a:cs typeface="Times New Roman"/>
              <a:sym typeface="Times New Roman"/>
            </a:endParaRPr>
          </a:p>
          <a:p>
            <a:pPr indent="0" lvl="0" marL="342900" marR="0" rtl="0" algn="l">
              <a:lnSpc>
                <a:spcPct val="100000"/>
              </a:lnSpc>
              <a:spcBef>
                <a:spcPts val="640"/>
              </a:spcBef>
              <a:spcAft>
                <a:spcPts val="0"/>
              </a:spcAft>
              <a:buClr>
                <a:schemeClr val="dk1"/>
              </a:buClr>
              <a:buSzPts val="2400"/>
              <a:buFont typeface="Times New Roman"/>
              <a:buNone/>
            </a:pPr>
            <a:r>
              <a:t/>
            </a:r>
            <a:endParaRPr b="0" i="0" sz="2400" u="none" cap="none" strike="noStrike">
              <a:solidFill>
                <a:schemeClr val="dk2"/>
              </a:solidFill>
              <a:latin typeface="Times New Roman"/>
              <a:ea typeface="Times New Roman"/>
              <a:cs typeface="Times New Roman"/>
              <a:sym typeface="Times New Roman"/>
            </a:endParaRPr>
          </a:p>
        </p:txBody>
      </p:sp>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80" name="Shape 480"/>
        <p:cNvGrpSpPr/>
        <p:nvPr/>
      </p:nvGrpSpPr>
      <p:grpSpPr>
        <a:xfrm>
          <a:off x="0" y="0"/>
          <a:ext cx="0" cy="0"/>
          <a:chOff x="0" y="0"/>
          <a:chExt cx="0" cy="0"/>
        </a:xfrm>
      </p:grpSpPr>
      <p:sp>
        <p:nvSpPr>
          <p:cNvPr id="481" name="Google Shape;481;p32"/>
          <p:cNvSpPr txBox="1"/>
          <p:nvPr>
            <p:ph type="title"/>
          </p:nvPr>
        </p:nvSpPr>
        <p:spPr>
          <a:xfrm>
            <a:off x="457200" y="274637"/>
            <a:ext cx="8229600" cy="868362"/>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70C0"/>
              </a:buClr>
              <a:buSzPts val="2800"/>
              <a:buFont typeface="Arial"/>
              <a:buNone/>
            </a:pPr>
            <a:r>
              <a:rPr b="1" lang="en-US" sz="2800">
                <a:solidFill>
                  <a:srgbClr val="0070C0"/>
                </a:solidFill>
              </a:rPr>
              <a:t>exercises</a:t>
            </a:r>
            <a:endParaRPr b="1" sz="2800">
              <a:solidFill>
                <a:srgbClr val="0070C0"/>
              </a:solidFill>
            </a:endParaRPr>
          </a:p>
        </p:txBody>
      </p:sp>
      <p:sp>
        <p:nvSpPr>
          <p:cNvPr id="482" name="Google Shape;482;p32"/>
          <p:cNvSpPr txBox="1"/>
          <p:nvPr>
            <p:ph idx="1" type="body"/>
          </p:nvPr>
        </p:nvSpPr>
        <p:spPr>
          <a:xfrm>
            <a:off x="457200" y="1535112"/>
            <a:ext cx="4040187" cy="639762"/>
          </a:xfrm>
          <a:prstGeom prst="rect">
            <a:avLst/>
          </a:prstGeom>
          <a:solidFill>
            <a:srgbClr val="00B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Font typeface="Times New Roman"/>
              <a:buNone/>
            </a:pPr>
            <a:r>
              <a:rPr lang="en-US" sz="2400"/>
              <a:t>Bài 1</a:t>
            </a:r>
            <a:endParaRPr sz="2400"/>
          </a:p>
        </p:txBody>
      </p:sp>
      <p:sp>
        <p:nvSpPr>
          <p:cNvPr id="483" name="Google Shape;483;p32"/>
          <p:cNvSpPr txBox="1"/>
          <p:nvPr>
            <p:ph idx="2" type="body"/>
          </p:nvPr>
        </p:nvSpPr>
        <p:spPr>
          <a:xfrm>
            <a:off x="457200" y="2174875"/>
            <a:ext cx="4040187" cy="3951287"/>
          </a:xfrm>
          <a:prstGeom prst="rect">
            <a:avLst/>
          </a:prstGeom>
          <a:noFill/>
          <a:ln>
            <a:noFill/>
          </a:ln>
        </p:spPr>
        <p:txBody>
          <a:bodyPr anchorCtr="0" anchor="t" bIns="91425" lIns="91425" spcFirstLastPara="1" rIns="91425" wrap="square" tIns="91425">
            <a:noAutofit/>
          </a:bodyPr>
          <a:lstStyle/>
          <a:p>
            <a:pPr indent="-50800" lvl="0" marL="342900" rtl="0" algn="l">
              <a:lnSpc>
                <a:spcPct val="100000"/>
              </a:lnSpc>
              <a:spcBef>
                <a:spcPts val="0"/>
              </a:spcBef>
              <a:spcAft>
                <a:spcPts val="0"/>
              </a:spcAft>
              <a:buSzPts val="1400"/>
              <a:buNone/>
            </a:pPr>
            <a:r>
              <a:t/>
            </a:r>
            <a:endParaRPr/>
          </a:p>
        </p:txBody>
      </p:sp>
      <p:sp>
        <p:nvSpPr>
          <p:cNvPr id="484" name="Google Shape;484;p32"/>
          <p:cNvSpPr txBox="1"/>
          <p:nvPr>
            <p:ph idx="3" type="body"/>
          </p:nvPr>
        </p:nvSpPr>
        <p:spPr>
          <a:xfrm>
            <a:off x="4645025" y="1535112"/>
            <a:ext cx="4041774" cy="639762"/>
          </a:xfrm>
          <a:prstGeom prst="rect">
            <a:avLst/>
          </a:prstGeom>
          <a:solidFill>
            <a:srgbClr val="00B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Font typeface="Times New Roman"/>
              <a:buNone/>
            </a:pPr>
            <a:r>
              <a:rPr lang="en-US" sz="2400"/>
              <a:t>Bài 2</a:t>
            </a:r>
            <a:endParaRPr sz="2400"/>
          </a:p>
        </p:txBody>
      </p:sp>
      <p:sp>
        <p:nvSpPr>
          <p:cNvPr id="485" name="Google Shape;485;p32"/>
          <p:cNvSpPr txBox="1"/>
          <p:nvPr>
            <p:ph idx="4" type="body"/>
          </p:nvPr>
        </p:nvSpPr>
        <p:spPr>
          <a:xfrm>
            <a:off x="4645025" y="2174875"/>
            <a:ext cx="4041774" cy="3951287"/>
          </a:xfrm>
          <a:prstGeom prst="rect">
            <a:avLst/>
          </a:prstGeom>
          <a:noFill/>
          <a:ln>
            <a:noFill/>
          </a:ln>
        </p:spPr>
        <p:txBody>
          <a:bodyPr anchorCtr="0" anchor="t" bIns="91425" lIns="91425" spcFirstLastPara="1" rIns="91425" wrap="square" tIns="91425">
            <a:noAutofit/>
          </a:bodyPr>
          <a:lstStyle/>
          <a:p>
            <a:pPr indent="-50800" lvl="0" marL="342900" rtl="0" algn="l">
              <a:lnSpc>
                <a:spcPct val="100000"/>
              </a:lnSpc>
              <a:spcBef>
                <a:spcPts val="0"/>
              </a:spcBef>
              <a:spcAft>
                <a:spcPts val="0"/>
              </a:spcAft>
              <a:buSzPts val="1400"/>
              <a:buNone/>
            </a:pPr>
            <a:r>
              <a:t/>
            </a:r>
            <a:endParaRPr/>
          </a:p>
        </p:txBody>
      </p:sp>
      <p:pic>
        <p:nvPicPr>
          <p:cNvPr id="486" name="Google Shape;486;p32"/>
          <p:cNvPicPr preferRelativeResize="0"/>
          <p:nvPr/>
        </p:nvPicPr>
        <p:blipFill rotWithShape="1">
          <a:blip r:embed="rId3">
            <a:alphaModFix/>
          </a:blip>
          <a:srcRect b="0" l="0" r="0" t="0"/>
          <a:stretch/>
        </p:blipFill>
        <p:spPr>
          <a:xfrm>
            <a:off x="4724400" y="2288565"/>
            <a:ext cx="3962400" cy="3778860"/>
          </a:xfrm>
          <a:prstGeom prst="rect">
            <a:avLst/>
          </a:prstGeom>
          <a:noFill/>
          <a:ln>
            <a:noFill/>
          </a:ln>
        </p:spPr>
      </p:pic>
      <p:pic>
        <p:nvPicPr>
          <p:cNvPr id="487" name="Google Shape;487;p32"/>
          <p:cNvPicPr preferRelativeResize="0"/>
          <p:nvPr/>
        </p:nvPicPr>
        <p:blipFill rotWithShape="1">
          <a:blip r:embed="rId4">
            <a:alphaModFix/>
          </a:blip>
          <a:srcRect b="0" l="0" r="0" t="0"/>
          <a:stretch/>
        </p:blipFill>
        <p:spPr>
          <a:xfrm>
            <a:off x="533400" y="2288565"/>
            <a:ext cx="3886199" cy="377886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91" name="Shape 491"/>
        <p:cNvGrpSpPr/>
        <p:nvPr/>
      </p:nvGrpSpPr>
      <p:grpSpPr>
        <a:xfrm>
          <a:off x="0" y="0"/>
          <a:ext cx="0" cy="0"/>
          <a:chOff x="0" y="0"/>
          <a:chExt cx="0" cy="0"/>
        </a:xfrm>
      </p:grpSpPr>
      <p:sp>
        <p:nvSpPr>
          <p:cNvPr id="492" name="Google Shape;492;p33"/>
          <p:cNvSpPr txBox="1"/>
          <p:nvPr>
            <p:ph type="title"/>
          </p:nvPr>
        </p:nvSpPr>
        <p:spPr>
          <a:xfrm>
            <a:off x="457200" y="274637"/>
            <a:ext cx="8229600" cy="868362"/>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70C0"/>
              </a:buClr>
              <a:buSzPts val="2800"/>
              <a:buFont typeface="Arial"/>
              <a:buNone/>
            </a:pPr>
            <a:r>
              <a:rPr b="1" lang="en-US" sz="2800">
                <a:solidFill>
                  <a:srgbClr val="0070C0"/>
                </a:solidFill>
              </a:rPr>
              <a:t>exercises</a:t>
            </a:r>
            <a:endParaRPr sz="2800"/>
          </a:p>
        </p:txBody>
      </p:sp>
      <p:sp>
        <p:nvSpPr>
          <p:cNvPr id="493" name="Google Shape;493;p33"/>
          <p:cNvSpPr txBox="1"/>
          <p:nvPr>
            <p:ph idx="1" type="body"/>
          </p:nvPr>
        </p:nvSpPr>
        <p:spPr>
          <a:xfrm>
            <a:off x="457200" y="1535112"/>
            <a:ext cx="4040187" cy="639762"/>
          </a:xfrm>
          <a:prstGeom prst="rect">
            <a:avLst/>
          </a:prstGeom>
          <a:solidFill>
            <a:srgbClr val="00B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Font typeface="Times New Roman"/>
              <a:buNone/>
            </a:pPr>
            <a:r>
              <a:rPr b="1" lang="en-US" sz="2400"/>
              <a:t>Bài 3</a:t>
            </a:r>
            <a:endParaRPr b="1" sz="2400"/>
          </a:p>
        </p:txBody>
      </p:sp>
      <p:sp>
        <p:nvSpPr>
          <p:cNvPr id="494" name="Google Shape;494;p33"/>
          <p:cNvSpPr txBox="1"/>
          <p:nvPr>
            <p:ph idx="2" type="body"/>
          </p:nvPr>
        </p:nvSpPr>
        <p:spPr>
          <a:xfrm>
            <a:off x="457200" y="2174875"/>
            <a:ext cx="4040187" cy="3951287"/>
          </a:xfrm>
          <a:prstGeom prst="rect">
            <a:avLst/>
          </a:prstGeom>
          <a:noFill/>
          <a:ln>
            <a:noFill/>
          </a:ln>
        </p:spPr>
        <p:txBody>
          <a:bodyPr anchorCtr="0" anchor="t" bIns="91425" lIns="91425" spcFirstLastPara="1" rIns="91425" wrap="square" tIns="91425">
            <a:noAutofit/>
          </a:bodyPr>
          <a:lstStyle/>
          <a:p>
            <a:pPr indent="-50800" lvl="0" marL="342900" rtl="0" algn="l">
              <a:lnSpc>
                <a:spcPct val="100000"/>
              </a:lnSpc>
              <a:spcBef>
                <a:spcPts val="0"/>
              </a:spcBef>
              <a:spcAft>
                <a:spcPts val="0"/>
              </a:spcAft>
              <a:buSzPts val="1400"/>
              <a:buNone/>
            </a:pPr>
            <a:r>
              <a:t/>
            </a:r>
            <a:endParaRPr/>
          </a:p>
        </p:txBody>
      </p:sp>
      <p:sp>
        <p:nvSpPr>
          <p:cNvPr id="495" name="Google Shape;495;p33"/>
          <p:cNvSpPr txBox="1"/>
          <p:nvPr>
            <p:ph idx="3" type="body"/>
          </p:nvPr>
        </p:nvSpPr>
        <p:spPr>
          <a:xfrm>
            <a:off x="4645025" y="1535112"/>
            <a:ext cx="4041774" cy="639762"/>
          </a:xfrm>
          <a:prstGeom prst="rect">
            <a:avLst/>
          </a:prstGeom>
          <a:solidFill>
            <a:srgbClr val="00B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Font typeface="Times New Roman"/>
              <a:buNone/>
            </a:pPr>
            <a:r>
              <a:rPr b="1" lang="en-US" sz="2400"/>
              <a:t>Bài 4</a:t>
            </a:r>
            <a:endParaRPr b="1" sz="2400"/>
          </a:p>
        </p:txBody>
      </p:sp>
      <p:sp>
        <p:nvSpPr>
          <p:cNvPr id="496" name="Google Shape;496;p33"/>
          <p:cNvSpPr txBox="1"/>
          <p:nvPr>
            <p:ph idx="4" type="body"/>
          </p:nvPr>
        </p:nvSpPr>
        <p:spPr>
          <a:xfrm>
            <a:off x="4645025" y="2174875"/>
            <a:ext cx="4041774" cy="3951287"/>
          </a:xfrm>
          <a:prstGeom prst="rect">
            <a:avLst/>
          </a:prstGeom>
          <a:noFill/>
          <a:ln>
            <a:noFill/>
          </a:ln>
        </p:spPr>
        <p:txBody>
          <a:bodyPr anchorCtr="0" anchor="t" bIns="91425" lIns="91425" spcFirstLastPara="1" rIns="91425" wrap="square" tIns="91425">
            <a:noAutofit/>
          </a:bodyPr>
          <a:lstStyle/>
          <a:p>
            <a:pPr indent="-50800" lvl="0" marL="342900" rtl="0" algn="l">
              <a:lnSpc>
                <a:spcPct val="100000"/>
              </a:lnSpc>
              <a:spcBef>
                <a:spcPts val="0"/>
              </a:spcBef>
              <a:spcAft>
                <a:spcPts val="0"/>
              </a:spcAft>
              <a:buSzPts val="1400"/>
              <a:buNone/>
            </a:pPr>
            <a:r>
              <a:t/>
            </a:r>
            <a:endParaRPr/>
          </a:p>
        </p:txBody>
      </p:sp>
      <p:pic>
        <p:nvPicPr>
          <p:cNvPr id="497" name="Google Shape;497;p33"/>
          <p:cNvPicPr preferRelativeResize="0"/>
          <p:nvPr/>
        </p:nvPicPr>
        <p:blipFill rotWithShape="1">
          <a:blip r:embed="rId3">
            <a:alphaModFix/>
          </a:blip>
          <a:srcRect b="0" l="0" r="0" t="0"/>
          <a:stretch/>
        </p:blipFill>
        <p:spPr>
          <a:xfrm>
            <a:off x="457201" y="2133600"/>
            <a:ext cx="4038600" cy="3962400"/>
          </a:xfrm>
          <a:prstGeom prst="rect">
            <a:avLst/>
          </a:prstGeom>
          <a:noFill/>
          <a:ln>
            <a:noFill/>
          </a:ln>
        </p:spPr>
      </p:pic>
      <p:pic>
        <p:nvPicPr>
          <p:cNvPr id="498" name="Google Shape;498;p33"/>
          <p:cNvPicPr preferRelativeResize="0"/>
          <p:nvPr/>
        </p:nvPicPr>
        <p:blipFill rotWithShape="1">
          <a:blip r:embed="rId4">
            <a:alphaModFix/>
          </a:blip>
          <a:srcRect b="0" l="0" r="0" t="0"/>
          <a:stretch/>
        </p:blipFill>
        <p:spPr>
          <a:xfrm>
            <a:off x="4648200" y="2162907"/>
            <a:ext cx="4038600" cy="393309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2" name="Shape 502"/>
        <p:cNvGrpSpPr/>
        <p:nvPr/>
      </p:nvGrpSpPr>
      <p:grpSpPr>
        <a:xfrm>
          <a:off x="0" y="0"/>
          <a:ext cx="0" cy="0"/>
          <a:chOff x="0" y="0"/>
          <a:chExt cx="0" cy="0"/>
        </a:xfrm>
      </p:grpSpPr>
      <p:sp>
        <p:nvSpPr>
          <p:cNvPr id="503" name="Google Shape;503;p34"/>
          <p:cNvSpPr txBox="1"/>
          <p:nvPr>
            <p:ph type="title"/>
          </p:nvPr>
        </p:nvSpPr>
        <p:spPr>
          <a:xfrm>
            <a:off x="457200" y="274637"/>
            <a:ext cx="8229600" cy="868362"/>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70C0"/>
              </a:buClr>
              <a:buSzPts val="2800"/>
              <a:buFont typeface="Arial"/>
              <a:buNone/>
            </a:pPr>
            <a:r>
              <a:rPr b="1" lang="en-US" sz="2800">
                <a:solidFill>
                  <a:srgbClr val="0070C0"/>
                </a:solidFill>
              </a:rPr>
              <a:t>exercises</a:t>
            </a:r>
            <a:endParaRPr sz="2800"/>
          </a:p>
        </p:txBody>
      </p:sp>
      <p:sp>
        <p:nvSpPr>
          <p:cNvPr id="504" name="Google Shape;504;p34"/>
          <p:cNvSpPr txBox="1"/>
          <p:nvPr>
            <p:ph idx="1" type="body"/>
          </p:nvPr>
        </p:nvSpPr>
        <p:spPr>
          <a:xfrm>
            <a:off x="457200" y="1535112"/>
            <a:ext cx="4040187" cy="639762"/>
          </a:xfrm>
          <a:prstGeom prst="rect">
            <a:avLst/>
          </a:prstGeom>
          <a:solidFill>
            <a:srgbClr val="00B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Font typeface="Times New Roman"/>
              <a:buNone/>
            </a:pPr>
            <a:r>
              <a:rPr b="1" lang="en-US" sz="2400"/>
              <a:t>Bài 5	</a:t>
            </a:r>
            <a:endParaRPr b="1" sz="2400"/>
          </a:p>
        </p:txBody>
      </p:sp>
      <p:sp>
        <p:nvSpPr>
          <p:cNvPr id="505" name="Google Shape;505;p34"/>
          <p:cNvSpPr txBox="1"/>
          <p:nvPr>
            <p:ph idx="2" type="body"/>
          </p:nvPr>
        </p:nvSpPr>
        <p:spPr>
          <a:xfrm>
            <a:off x="457200" y="2174875"/>
            <a:ext cx="4040187" cy="3951287"/>
          </a:xfrm>
          <a:prstGeom prst="rect">
            <a:avLst/>
          </a:prstGeom>
          <a:noFill/>
          <a:ln>
            <a:noFill/>
          </a:ln>
        </p:spPr>
        <p:txBody>
          <a:bodyPr anchorCtr="0" anchor="t" bIns="91425" lIns="91425" spcFirstLastPara="1" rIns="91425" wrap="square" tIns="91425">
            <a:noAutofit/>
          </a:bodyPr>
          <a:lstStyle/>
          <a:p>
            <a:pPr indent="-50800" lvl="0" marL="342900" rtl="0" algn="l">
              <a:lnSpc>
                <a:spcPct val="100000"/>
              </a:lnSpc>
              <a:spcBef>
                <a:spcPts val="0"/>
              </a:spcBef>
              <a:spcAft>
                <a:spcPts val="0"/>
              </a:spcAft>
              <a:buSzPts val="1400"/>
              <a:buNone/>
            </a:pPr>
            <a:r>
              <a:t/>
            </a:r>
            <a:endParaRPr/>
          </a:p>
        </p:txBody>
      </p:sp>
      <p:sp>
        <p:nvSpPr>
          <p:cNvPr id="506" name="Google Shape;506;p34"/>
          <p:cNvSpPr txBox="1"/>
          <p:nvPr>
            <p:ph idx="3" type="body"/>
          </p:nvPr>
        </p:nvSpPr>
        <p:spPr>
          <a:xfrm>
            <a:off x="4645025" y="1535112"/>
            <a:ext cx="4041774" cy="639762"/>
          </a:xfrm>
          <a:prstGeom prst="rect">
            <a:avLst/>
          </a:prstGeom>
          <a:solidFill>
            <a:srgbClr val="00B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Font typeface="Times New Roman"/>
              <a:buNone/>
            </a:pPr>
            <a:r>
              <a:rPr b="1" lang="en-US" sz="2400"/>
              <a:t>Bài 6</a:t>
            </a:r>
            <a:endParaRPr b="1" sz="2400"/>
          </a:p>
        </p:txBody>
      </p:sp>
      <p:sp>
        <p:nvSpPr>
          <p:cNvPr id="507" name="Google Shape;507;p34"/>
          <p:cNvSpPr txBox="1"/>
          <p:nvPr>
            <p:ph idx="4" type="body"/>
          </p:nvPr>
        </p:nvSpPr>
        <p:spPr>
          <a:xfrm>
            <a:off x="4645025" y="2174875"/>
            <a:ext cx="4041774" cy="3951287"/>
          </a:xfrm>
          <a:prstGeom prst="rect">
            <a:avLst/>
          </a:prstGeom>
          <a:noFill/>
          <a:ln>
            <a:noFill/>
          </a:ln>
        </p:spPr>
        <p:txBody>
          <a:bodyPr anchorCtr="0" anchor="t" bIns="91425" lIns="91425" spcFirstLastPara="1" rIns="91425" wrap="square" tIns="91425">
            <a:noAutofit/>
          </a:bodyPr>
          <a:lstStyle/>
          <a:p>
            <a:pPr indent="-50800" lvl="0" marL="342900" rtl="0" algn="l">
              <a:lnSpc>
                <a:spcPct val="100000"/>
              </a:lnSpc>
              <a:spcBef>
                <a:spcPts val="0"/>
              </a:spcBef>
              <a:spcAft>
                <a:spcPts val="0"/>
              </a:spcAft>
              <a:buSzPts val="1400"/>
              <a:buNone/>
            </a:pPr>
            <a:r>
              <a:t/>
            </a:r>
            <a:endParaRPr/>
          </a:p>
        </p:txBody>
      </p:sp>
      <p:pic>
        <p:nvPicPr>
          <p:cNvPr id="508" name="Google Shape;508;p34"/>
          <p:cNvPicPr preferRelativeResize="0"/>
          <p:nvPr/>
        </p:nvPicPr>
        <p:blipFill rotWithShape="1">
          <a:blip r:embed="rId3">
            <a:alphaModFix/>
          </a:blip>
          <a:srcRect b="0" l="0" r="0" t="0"/>
          <a:stretch/>
        </p:blipFill>
        <p:spPr>
          <a:xfrm>
            <a:off x="457200" y="2133600"/>
            <a:ext cx="4038600" cy="2209800"/>
          </a:xfrm>
          <a:prstGeom prst="rect">
            <a:avLst/>
          </a:prstGeom>
          <a:noFill/>
          <a:ln>
            <a:noFill/>
          </a:ln>
        </p:spPr>
      </p:pic>
      <p:pic>
        <p:nvPicPr>
          <p:cNvPr id="509" name="Google Shape;509;p34"/>
          <p:cNvPicPr preferRelativeResize="0"/>
          <p:nvPr/>
        </p:nvPicPr>
        <p:blipFill rotWithShape="1">
          <a:blip r:embed="rId4">
            <a:alphaModFix/>
          </a:blip>
          <a:srcRect b="0" l="0" r="0" t="0"/>
          <a:stretch/>
        </p:blipFill>
        <p:spPr>
          <a:xfrm>
            <a:off x="4572001" y="2151184"/>
            <a:ext cx="4114800" cy="219221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13" name="Shape 513"/>
        <p:cNvGrpSpPr/>
        <p:nvPr/>
      </p:nvGrpSpPr>
      <p:grpSpPr>
        <a:xfrm>
          <a:off x="0" y="0"/>
          <a:ext cx="0" cy="0"/>
          <a:chOff x="0" y="0"/>
          <a:chExt cx="0" cy="0"/>
        </a:xfrm>
      </p:grpSpPr>
      <p:sp>
        <p:nvSpPr>
          <p:cNvPr id="514" name="Google Shape;514;p35"/>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700"/>
              <a:buFont typeface="Times New Roman"/>
              <a:buNone/>
            </a:pPr>
            <a:r>
              <a:rPr b="1" lang="en-US" sz="2800">
                <a:solidFill>
                  <a:schemeClr val="dk1"/>
                </a:solidFill>
                <a:latin typeface="Times New Roman"/>
                <a:ea typeface="Times New Roman"/>
                <a:cs typeface="Times New Roman"/>
                <a:sym typeface="Times New Roman"/>
              </a:rPr>
              <a:t>Logical Equivalences</a:t>
            </a:r>
            <a:endParaRPr b="1" i="0" sz="2800" u="none" cap="none" strike="noStrike">
              <a:solidFill>
                <a:schemeClr val="dk1"/>
              </a:solidFill>
              <a:latin typeface="Times New Roman"/>
              <a:ea typeface="Times New Roman"/>
              <a:cs typeface="Times New Roman"/>
              <a:sym typeface="Times New Roman"/>
            </a:endParaRPr>
          </a:p>
        </p:txBody>
      </p:sp>
      <p:sp>
        <p:nvSpPr>
          <p:cNvPr id="515" name="Google Shape;515;p35"/>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B050"/>
              </a:buClr>
              <a:buSzPts val="700"/>
              <a:buFont typeface="Times New Roman"/>
              <a:buNone/>
            </a:pPr>
            <a:r>
              <a:rPr b="1" i="0" lang="en-US" sz="2800" u="none" cap="none" strike="noStrike">
                <a:solidFill>
                  <a:srgbClr val="00B050"/>
                </a:solidFill>
                <a:latin typeface="Times New Roman"/>
                <a:ea typeface="Times New Roman"/>
                <a:cs typeface="Times New Roman"/>
                <a:sym typeface="Times New Roman"/>
              </a:rPr>
              <a:t>Definition</a:t>
            </a:r>
            <a:endParaRPr/>
          </a:p>
        </p:txBody>
      </p:sp>
      <p:sp>
        <p:nvSpPr>
          <p:cNvPr id="516" name="Google Shape;516;p35"/>
          <p:cNvSpPr txBox="1"/>
          <p:nvPr>
            <p:ph idx="2" type="body"/>
          </p:nvPr>
        </p:nvSpPr>
        <p:spPr>
          <a:xfrm>
            <a:off x="457200" y="2174875"/>
            <a:ext cx="4040187" cy="3951287"/>
          </a:xfrm>
          <a:prstGeom prst="rect">
            <a:avLst/>
          </a:prstGeom>
          <a:solidFill>
            <a:srgbClr val="EFEFEF"/>
          </a:solidFill>
          <a:ln cap="flat" cmpd="sng" w="9525">
            <a:solidFill>
              <a:srgbClr val="92D05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 A compound </a:t>
            </a:r>
            <a:r>
              <a:rPr lang="en-US" sz="2400">
                <a:solidFill>
                  <a:schemeClr val="dk1"/>
                </a:solidFill>
                <a:latin typeface="Times New Roman"/>
                <a:ea typeface="Times New Roman"/>
                <a:cs typeface="Times New Roman"/>
                <a:sym typeface="Times New Roman"/>
              </a:rPr>
              <a:t>proposition</a:t>
            </a:r>
            <a:r>
              <a:rPr b="0" i="0" lang="en-US" sz="2400" u="none" cap="none" strike="noStrike">
                <a:solidFill>
                  <a:schemeClr val="dk1"/>
                </a:solidFill>
                <a:latin typeface="Times New Roman"/>
                <a:ea typeface="Times New Roman"/>
                <a:cs typeface="Times New Roman"/>
                <a:sym typeface="Times New Roman"/>
              </a:rPr>
              <a:t> that is</a:t>
            </a:r>
            <a:r>
              <a:rPr b="0" i="0" lang="en-US" sz="2400" u="none" cap="none" strike="noStrike">
                <a:solidFill>
                  <a:srgbClr val="FF0000"/>
                </a:solidFill>
                <a:latin typeface="Times New Roman"/>
                <a:ea typeface="Times New Roman"/>
                <a:cs typeface="Times New Roman"/>
                <a:sym typeface="Times New Roman"/>
              </a:rPr>
              <a:t> always true </a:t>
            </a:r>
            <a:r>
              <a:rPr b="0" i="0" lang="en-US" sz="2400" u="none" cap="none" strike="noStrike">
                <a:solidFill>
                  <a:schemeClr val="dk1"/>
                </a:solidFill>
                <a:latin typeface="Times New Roman"/>
                <a:ea typeface="Times New Roman"/>
                <a:cs typeface="Times New Roman"/>
                <a:sym typeface="Times New Roman"/>
              </a:rPr>
              <a:t>is called a </a:t>
            </a:r>
            <a:r>
              <a:rPr b="0" i="0" lang="en-US" sz="2400" u="none" cap="none" strike="noStrike">
                <a:solidFill>
                  <a:srgbClr val="FF0000"/>
                </a:solidFill>
                <a:latin typeface="Times New Roman"/>
                <a:ea typeface="Times New Roman"/>
                <a:cs typeface="Times New Roman"/>
                <a:sym typeface="Times New Roman"/>
              </a:rPr>
              <a:t>tautology</a:t>
            </a:r>
            <a:endParaRPr/>
          </a:p>
          <a:p>
            <a:pPr indent="-342900" lvl="1" marL="742950" rtl="0" algn="l">
              <a:lnSpc>
                <a:spcPct val="100000"/>
              </a:lnSpc>
              <a:spcBef>
                <a:spcPts val="0"/>
              </a:spcBef>
              <a:spcAft>
                <a:spcPts val="0"/>
              </a:spcAft>
              <a:buSzPts val="2000"/>
              <a:buFont typeface="Times New Roman"/>
              <a:buChar char="✓"/>
            </a:pPr>
            <a:r>
              <a:rPr lang="en-US" sz="2000">
                <a:solidFill>
                  <a:schemeClr val="dk1"/>
                </a:solidFill>
                <a:latin typeface="Times New Roman"/>
                <a:ea typeface="Times New Roman"/>
                <a:cs typeface="Times New Roman"/>
                <a:sym typeface="Times New Roman"/>
              </a:rPr>
              <a:t>A tautology if its truth table has </a:t>
            </a:r>
            <a:r>
              <a:rPr lang="en-US" sz="2000">
                <a:solidFill>
                  <a:srgbClr val="FF0000"/>
                </a:solidFill>
                <a:latin typeface="Times New Roman"/>
                <a:ea typeface="Times New Roman"/>
                <a:cs typeface="Times New Roman"/>
                <a:sym typeface="Times New Roman"/>
              </a:rPr>
              <a:t>no value F</a:t>
            </a:r>
            <a:endParaRPr b="0" i="0" sz="2000" u="none" cap="none" strike="noStrike">
              <a:solidFill>
                <a:srgbClr val="FF0000"/>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A compound </a:t>
            </a:r>
            <a:r>
              <a:rPr lang="en-US" sz="2400">
                <a:solidFill>
                  <a:schemeClr val="dk1"/>
                </a:solidFill>
                <a:latin typeface="Times New Roman"/>
                <a:ea typeface="Times New Roman"/>
                <a:cs typeface="Times New Roman"/>
                <a:sym typeface="Times New Roman"/>
              </a:rPr>
              <a:t>proposition</a:t>
            </a:r>
            <a:r>
              <a:rPr b="0" i="0" lang="en-US" sz="2400" u="none" cap="none" strike="noStrike">
                <a:solidFill>
                  <a:schemeClr val="dk1"/>
                </a:solidFill>
                <a:latin typeface="Times New Roman"/>
                <a:ea typeface="Times New Roman"/>
                <a:cs typeface="Times New Roman"/>
                <a:sym typeface="Times New Roman"/>
              </a:rPr>
              <a:t> that is </a:t>
            </a:r>
            <a:r>
              <a:rPr b="0" i="0" lang="en-US" sz="2400" u="none" cap="none" strike="noStrike">
                <a:solidFill>
                  <a:srgbClr val="FF0000"/>
                </a:solidFill>
                <a:latin typeface="Times New Roman"/>
                <a:ea typeface="Times New Roman"/>
                <a:cs typeface="Times New Roman"/>
                <a:sym typeface="Times New Roman"/>
              </a:rPr>
              <a:t>always false </a:t>
            </a:r>
            <a:r>
              <a:rPr b="0" i="0" lang="en-US" sz="2400" u="none" cap="none" strike="noStrike">
                <a:solidFill>
                  <a:schemeClr val="dk1"/>
                </a:solidFill>
                <a:latin typeface="Times New Roman"/>
                <a:ea typeface="Times New Roman"/>
                <a:cs typeface="Times New Roman"/>
                <a:sym typeface="Times New Roman"/>
              </a:rPr>
              <a:t>is called a </a:t>
            </a:r>
            <a:r>
              <a:rPr b="0" i="0" lang="en-US" sz="2400" u="none" cap="none" strike="noStrike">
                <a:solidFill>
                  <a:srgbClr val="FF0000"/>
                </a:solidFill>
                <a:latin typeface="Times New Roman"/>
                <a:ea typeface="Times New Roman"/>
                <a:cs typeface="Times New Roman"/>
                <a:sym typeface="Times New Roman"/>
              </a:rPr>
              <a:t>contradiction</a:t>
            </a:r>
            <a:endParaRPr/>
          </a:p>
          <a:p>
            <a:pPr indent="-342900" lvl="1" marL="742950" rtl="0" algn="l">
              <a:lnSpc>
                <a:spcPct val="100000"/>
              </a:lnSpc>
              <a:spcBef>
                <a:spcPts val="480"/>
              </a:spcBef>
              <a:spcAft>
                <a:spcPts val="0"/>
              </a:spcAft>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A contradiction if its truth table has </a:t>
            </a:r>
            <a:r>
              <a:rPr b="0" i="0" lang="en-US" sz="2000" u="none" cap="none" strike="noStrike">
                <a:solidFill>
                  <a:srgbClr val="FF0000"/>
                </a:solidFill>
                <a:latin typeface="Times New Roman"/>
                <a:ea typeface="Times New Roman"/>
                <a:cs typeface="Times New Roman"/>
                <a:sym typeface="Times New Roman"/>
              </a:rPr>
              <a:t>no value T. </a:t>
            </a:r>
            <a:endParaRPr/>
          </a:p>
          <a:p>
            <a:pPr indent="-12700" lvl="0" marL="342900" rtl="0" algn="l">
              <a:lnSpc>
                <a:spcPct val="100000"/>
              </a:lnSpc>
              <a:spcBef>
                <a:spcPts val="640"/>
              </a:spcBef>
              <a:spcAft>
                <a:spcPts val="0"/>
              </a:spcAft>
              <a:buSzPts val="2000"/>
              <a:buNone/>
            </a:pPr>
            <a:r>
              <a:t/>
            </a:r>
            <a:endParaRPr b="0" i="0" sz="2000" u="none" cap="none" strike="noStrike">
              <a:solidFill>
                <a:srgbClr val="FF0000"/>
              </a:solidFill>
              <a:latin typeface="Times New Roman"/>
              <a:ea typeface="Times New Roman"/>
              <a:cs typeface="Times New Roman"/>
              <a:sym typeface="Times New Roman"/>
            </a:endParaRPr>
          </a:p>
          <a:p>
            <a:pPr indent="-12700" lvl="0" marL="342900" rtl="0" algn="l">
              <a:lnSpc>
                <a:spcPct val="100000"/>
              </a:lnSpc>
              <a:spcBef>
                <a:spcPts val="640"/>
              </a:spcBef>
              <a:spcAft>
                <a:spcPts val="0"/>
              </a:spcAft>
              <a:buSzPts val="2000"/>
              <a:buNone/>
            </a:pPr>
            <a:r>
              <a:t/>
            </a:r>
            <a:endParaRPr b="0" i="0" sz="2000" u="none" cap="none" strike="noStrike">
              <a:solidFill>
                <a:srgbClr val="FF0000"/>
              </a:solidFill>
              <a:latin typeface="Times New Roman"/>
              <a:ea typeface="Times New Roman"/>
              <a:cs typeface="Times New Roman"/>
              <a:sym typeface="Times New Roman"/>
            </a:endParaRPr>
          </a:p>
        </p:txBody>
      </p:sp>
      <p:sp>
        <p:nvSpPr>
          <p:cNvPr id="517" name="Google Shape;517;p35"/>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Example</a:t>
            </a:r>
            <a:endParaRPr/>
          </a:p>
        </p:txBody>
      </p:sp>
      <p:pic>
        <p:nvPicPr>
          <p:cNvPr id="518" name="Google Shape;518;p35"/>
          <p:cNvPicPr preferRelativeResize="0"/>
          <p:nvPr/>
        </p:nvPicPr>
        <p:blipFill rotWithShape="1">
          <a:blip r:embed="rId3">
            <a:alphaModFix/>
          </a:blip>
          <a:srcRect b="0" l="0" r="0" t="0"/>
          <a:stretch/>
        </p:blipFill>
        <p:spPr>
          <a:xfrm>
            <a:off x="4645025" y="2174875"/>
            <a:ext cx="4041775" cy="3951288"/>
          </a:xfrm>
          <a:prstGeom prst="rect">
            <a:avLst/>
          </a:prstGeom>
          <a:noFill/>
          <a:ln>
            <a:noFill/>
          </a:ln>
        </p:spPr>
      </p:pic>
      <p:sp>
        <p:nvSpPr>
          <p:cNvPr id="519" name="Google Shape;519;p35"/>
          <p:cNvSpPr txBox="1"/>
          <p:nvPr>
            <p:ph idx="4" type="body"/>
          </p:nvPr>
        </p:nvSpPr>
        <p:spPr>
          <a:xfrm>
            <a:off x="4645025" y="2174875"/>
            <a:ext cx="4041774" cy="3951287"/>
          </a:xfrm>
          <a:prstGeom prst="rect">
            <a:avLst/>
          </a:prstGeom>
          <a:noFill/>
          <a:ln cap="flat" cmpd="sng" w="9525">
            <a:solidFill>
              <a:srgbClr val="92D05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latin typeface="Times New Roman"/>
                <a:ea typeface="Times New Roman"/>
                <a:cs typeface="Times New Roman"/>
                <a:sym typeface="Times New Roman"/>
              </a:rPr>
              <a:t> </a:t>
            </a:r>
            <a:endParaRPr/>
          </a:p>
        </p:txBody>
      </p:sp>
      <p:sp>
        <p:nvSpPr>
          <p:cNvPr id="520" name="Google Shape;520;p35"/>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521" name="Google Shape;521;p35"/>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25" name="Shape 525"/>
        <p:cNvGrpSpPr/>
        <p:nvPr/>
      </p:nvGrpSpPr>
      <p:grpSpPr>
        <a:xfrm>
          <a:off x="0" y="0"/>
          <a:ext cx="0" cy="0"/>
          <a:chOff x="0" y="0"/>
          <a:chExt cx="0" cy="0"/>
        </a:xfrm>
      </p:grpSpPr>
      <p:sp>
        <p:nvSpPr>
          <p:cNvPr id="526" name="Google Shape;526;p36"/>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Logical Equivalences</a:t>
            </a:r>
            <a:endParaRPr/>
          </a:p>
        </p:txBody>
      </p:sp>
      <p:sp>
        <p:nvSpPr>
          <p:cNvPr id="527" name="Google Shape;527;p36"/>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B050"/>
              </a:buClr>
              <a:buSzPts val="600"/>
              <a:buFont typeface="Times New Roman"/>
              <a:buNone/>
            </a:pPr>
            <a:r>
              <a:rPr b="1" i="0" lang="en-US" sz="2400" u="none" cap="none" strike="noStrike">
                <a:solidFill>
                  <a:srgbClr val="00B050"/>
                </a:solidFill>
                <a:latin typeface="Times New Roman"/>
                <a:ea typeface="Times New Roman"/>
                <a:cs typeface="Times New Roman"/>
                <a:sym typeface="Times New Roman"/>
              </a:rPr>
              <a:t>Definition</a:t>
            </a:r>
            <a:endParaRPr/>
          </a:p>
        </p:txBody>
      </p:sp>
      <p:sp>
        <p:nvSpPr>
          <p:cNvPr id="528" name="Google Shape;528;p36"/>
          <p:cNvSpPr txBox="1"/>
          <p:nvPr>
            <p:ph idx="2" type="body"/>
          </p:nvPr>
        </p:nvSpPr>
        <p:spPr>
          <a:xfrm>
            <a:off x="457200" y="2174875"/>
            <a:ext cx="4040187" cy="3951287"/>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00000"/>
              </a:buClr>
              <a:buSzPts val="2400"/>
              <a:buFont typeface="Noto Sans Symbols"/>
              <a:buChar char="✔"/>
            </a:pPr>
            <a:r>
              <a:rPr b="0" lang="en-US" sz="2400" u="none" cap="none" strike="noStrike">
                <a:latin typeface="Times New Roman"/>
                <a:ea typeface="Times New Roman"/>
                <a:cs typeface="Times New Roman"/>
                <a:sym typeface="Times New Roman"/>
              </a:rPr>
              <a:t> </a:t>
            </a:r>
            <a:r>
              <a:rPr lang="en-US" sz="2000">
                <a:latin typeface="Times New Roman"/>
                <a:ea typeface="Times New Roman"/>
                <a:cs typeface="Times New Roman"/>
                <a:sym typeface="Times New Roman"/>
              </a:rPr>
              <a:t>Compound proposition </a:t>
            </a:r>
            <a:r>
              <a:rPr b="1" lang="en-US" sz="2000">
                <a:latin typeface="Times New Roman"/>
                <a:ea typeface="Times New Roman"/>
                <a:cs typeface="Times New Roman"/>
                <a:sym typeface="Times New Roman"/>
              </a:rPr>
              <a:t>p</a:t>
            </a:r>
            <a:r>
              <a:rPr lang="en-US" sz="2000">
                <a:latin typeface="Times New Roman"/>
                <a:ea typeface="Times New Roman"/>
                <a:cs typeface="Times New Roman"/>
                <a:sym typeface="Times New Roman"/>
              </a:rPr>
              <a:t> is </a:t>
            </a:r>
            <a:r>
              <a:rPr lang="en-US" sz="2000">
                <a:solidFill>
                  <a:srgbClr val="FF0000"/>
                </a:solidFill>
                <a:latin typeface="Times New Roman"/>
                <a:ea typeface="Times New Roman"/>
                <a:cs typeface="Times New Roman"/>
                <a:sym typeface="Times New Roman"/>
              </a:rPr>
              <a:t>logically equivalent</a:t>
            </a:r>
            <a:r>
              <a:rPr lang="en-US" sz="2000">
                <a:latin typeface="Times New Roman"/>
                <a:ea typeface="Times New Roman"/>
                <a:cs typeface="Times New Roman"/>
                <a:sym typeface="Times New Roman"/>
              </a:rPr>
              <a:t> to compound proposition </a:t>
            </a:r>
            <a:r>
              <a:rPr b="1" lang="en-US" sz="2000">
                <a:latin typeface="Times New Roman"/>
                <a:ea typeface="Times New Roman"/>
                <a:cs typeface="Times New Roman"/>
                <a:sym typeface="Times New Roman"/>
              </a:rPr>
              <a:t>q</a:t>
            </a:r>
            <a:r>
              <a:rPr lang="en-US" sz="2000">
                <a:latin typeface="Times New Roman"/>
                <a:ea typeface="Times New Roman"/>
                <a:cs typeface="Times New Roman"/>
                <a:sym typeface="Times New Roman"/>
              </a:rPr>
              <a:t>, written p⇔q, </a:t>
            </a:r>
            <a:r>
              <a:rPr b="1" lang="en-US" sz="2000">
                <a:latin typeface="Times New Roman"/>
                <a:ea typeface="Times New Roman"/>
                <a:cs typeface="Times New Roman"/>
                <a:sym typeface="Times New Roman"/>
              </a:rPr>
              <a:t>IFF</a:t>
            </a:r>
            <a:r>
              <a:rPr lang="en-US" sz="2000">
                <a:latin typeface="Times New Roman"/>
                <a:ea typeface="Times New Roman"/>
                <a:cs typeface="Times New Roman"/>
                <a:sym typeface="Times New Roman"/>
              </a:rPr>
              <a:t> the compound proposition p↔q is a </a:t>
            </a:r>
            <a:r>
              <a:rPr lang="en-US" sz="2000">
                <a:solidFill>
                  <a:srgbClr val="FF0000"/>
                </a:solidFill>
                <a:latin typeface="Times New Roman"/>
                <a:ea typeface="Times New Roman"/>
                <a:cs typeface="Times New Roman"/>
                <a:sym typeface="Times New Roman"/>
              </a:rPr>
              <a:t>tautology</a:t>
            </a:r>
            <a:r>
              <a:rPr lang="en-US" sz="2000">
                <a:latin typeface="Times New Roman"/>
                <a:ea typeface="Times New Roman"/>
                <a:cs typeface="Times New Roman"/>
                <a:sym typeface="Times New Roman"/>
              </a:rPr>
              <a:t>.</a:t>
            </a:r>
            <a:endParaRPr/>
          </a:p>
          <a:p>
            <a:pPr indent="-342900" lvl="0" marL="342900" rtl="0" algn="l">
              <a:lnSpc>
                <a:spcPct val="100000"/>
              </a:lnSpc>
              <a:spcBef>
                <a:spcPts val="400"/>
              </a:spcBef>
              <a:spcAft>
                <a:spcPts val="0"/>
              </a:spcAft>
              <a:buClr>
                <a:srgbClr val="000000"/>
              </a:buClr>
              <a:buSzPts val="2000"/>
              <a:buFont typeface="Noto Sans Symbols"/>
              <a:buChar char="✔"/>
            </a:pPr>
            <a:r>
              <a:rPr lang="en-US" sz="2000">
                <a:latin typeface="Times New Roman"/>
                <a:ea typeface="Times New Roman"/>
                <a:cs typeface="Times New Roman"/>
                <a:sym typeface="Times New Roman"/>
              </a:rPr>
              <a:t>Compound propositions </a:t>
            </a:r>
            <a:r>
              <a:rPr b="1" lang="en-US" sz="2000">
                <a:latin typeface="Times New Roman"/>
                <a:ea typeface="Times New Roman"/>
                <a:cs typeface="Times New Roman"/>
                <a:sym typeface="Times New Roman"/>
              </a:rPr>
              <a:t>p</a:t>
            </a:r>
            <a:r>
              <a:rPr lang="en-US" sz="2000">
                <a:latin typeface="Times New Roman"/>
                <a:ea typeface="Times New Roman"/>
                <a:cs typeface="Times New Roman"/>
                <a:sym typeface="Times New Roman"/>
              </a:rPr>
              <a:t> and </a:t>
            </a:r>
            <a:r>
              <a:rPr b="1" lang="en-US" sz="2000">
                <a:latin typeface="Times New Roman"/>
                <a:ea typeface="Times New Roman"/>
                <a:cs typeface="Times New Roman"/>
                <a:sym typeface="Times New Roman"/>
              </a:rPr>
              <a:t>q</a:t>
            </a:r>
            <a:r>
              <a:rPr lang="en-US" sz="2000">
                <a:latin typeface="Times New Roman"/>
                <a:ea typeface="Times New Roman"/>
                <a:cs typeface="Times New Roman"/>
                <a:sym typeface="Times New Roman"/>
              </a:rPr>
              <a:t> are </a:t>
            </a:r>
            <a:r>
              <a:rPr lang="en-US" sz="2000">
                <a:solidFill>
                  <a:srgbClr val="FF0000"/>
                </a:solidFill>
                <a:latin typeface="Times New Roman"/>
                <a:ea typeface="Times New Roman"/>
                <a:cs typeface="Times New Roman"/>
                <a:sym typeface="Times New Roman"/>
              </a:rPr>
              <a:t>logically equivalent </a:t>
            </a:r>
            <a:r>
              <a:rPr lang="en-US" sz="2000">
                <a:latin typeface="Times New Roman"/>
                <a:ea typeface="Times New Roman"/>
                <a:cs typeface="Times New Roman"/>
                <a:sym typeface="Times New Roman"/>
              </a:rPr>
              <a:t>to each other </a:t>
            </a:r>
            <a:r>
              <a:rPr b="1" lang="en-US" sz="2000">
                <a:latin typeface="Times New Roman"/>
                <a:ea typeface="Times New Roman"/>
                <a:cs typeface="Times New Roman"/>
                <a:sym typeface="Times New Roman"/>
              </a:rPr>
              <a:t>IFF</a:t>
            </a:r>
            <a:r>
              <a:rPr lang="en-US" sz="2000">
                <a:latin typeface="Times New Roman"/>
                <a:ea typeface="Times New Roman"/>
                <a:cs typeface="Times New Roman"/>
                <a:sym typeface="Times New Roman"/>
              </a:rPr>
              <a:t> p and q contain the </a:t>
            </a:r>
            <a:r>
              <a:rPr lang="en-US" sz="2000">
                <a:solidFill>
                  <a:srgbClr val="FF0000"/>
                </a:solidFill>
                <a:latin typeface="Times New Roman"/>
                <a:ea typeface="Times New Roman"/>
                <a:cs typeface="Times New Roman"/>
                <a:sym typeface="Times New Roman"/>
              </a:rPr>
              <a:t>same truth values as each other in </a:t>
            </a:r>
            <a:r>
              <a:rPr lang="en-US" sz="2000" u="sng">
                <a:solidFill>
                  <a:srgbClr val="FF0000"/>
                </a:solidFill>
                <a:latin typeface="Times New Roman"/>
                <a:ea typeface="Times New Roman"/>
                <a:cs typeface="Times New Roman"/>
                <a:sym typeface="Times New Roman"/>
              </a:rPr>
              <a:t>all</a:t>
            </a:r>
            <a:r>
              <a:rPr lang="en-US" sz="2000">
                <a:solidFill>
                  <a:srgbClr val="FF0000"/>
                </a:solidFill>
                <a:latin typeface="Times New Roman"/>
                <a:ea typeface="Times New Roman"/>
                <a:cs typeface="Times New Roman"/>
                <a:sym typeface="Times New Roman"/>
              </a:rPr>
              <a:t> rows of their truth tables</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Times New Roman"/>
              <a:buNone/>
            </a:pPr>
            <a:r>
              <a:t/>
            </a:r>
            <a:endParaRPr b="0" i="0" sz="2400" u="none" cap="none" strike="noStrike">
              <a:latin typeface="Times New Roman"/>
              <a:ea typeface="Times New Roman"/>
              <a:cs typeface="Times New Roman"/>
              <a:sym typeface="Times New Roman"/>
            </a:endParaRPr>
          </a:p>
        </p:txBody>
      </p:sp>
      <p:sp>
        <p:nvSpPr>
          <p:cNvPr id="529" name="Google Shape;529;p36"/>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Example</a:t>
            </a:r>
            <a:endParaRPr/>
          </a:p>
        </p:txBody>
      </p:sp>
      <p:sp>
        <p:nvSpPr>
          <p:cNvPr id="530" name="Google Shape;530;p36"/>
          <p:cNvSpPr txBox="1"/>
          <p:nvPr>
            <p:ph idx="4" type="body"/>
          </p:nvPr>
        </p:nvSpPr>
        <p:spPr>
          <a:xfrm>
            <a:off x="4645025" y="2174875"/>
            <a:ext cx="4041774" cy="3951287"/>
          </a:xfrm>
          <a:prstGeom prst="rect">
            <a:avLst/>
          </a:prstGeom>
          <a:solidFill>
            <a:srgbClr val="E5E5E5"/>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Shown that:</a:t>
            </a:r>
            <a:endParaRPr/>
          </a:p>
          <a:p>
            <a:pPr indent="-190500" lvl="0" marL="342900" marR="0" rtl="0" algn="l">
              <a:lnSpc>
                <a:spcPct val="100000"/>
              </a:lnSpc>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Times New Roman"/>
              <a:buNone/>
            </a:pPr>
            <a:r>
              <a:t/>
            </a:r>
            <a:endParaRPr sz="2400">
              <a:solidFill>
                <a:schemeClr val="dk1"/>
              </a:solidFill>
              <a:latin typeface="Times New Roman"/>
              <a:ea typeface="Times New Roman"/>
              <a:cs typeface="Times New Roman"/>
              <a:sym typeface="Times New Roman"/>
            </a:endParaRPr>
          </a:p>
          <a:p>
            <a:pPr indent="-342900" lvl="0" marL="342900" rtl="0" algn="l">
              <a:lnSpc>
                <a:spcPct val="100000"/>
              </a:lnSpc>
              <a:spcBef>
                <a:spcPts val="0"/>
              </a:spcBef>
              <a:spcAft>
                <a:spcPts val="0"/>
              </a:spcAft>
              <a:buSzPts val="2400"/>
              <a:buChar char="•"/>
            </a:pPr>
            <a:r>
              <a:rPr i="1" lang="en-US" sz="2400"/>
              <a:t>p</a:t>
            </a:r>
            <a:r>
              <a:rPr lang="en-US" sz="2400">
                <a:latin typeface="Gulim"/>
                <a:ea typeface="Gulim"/>
                <a:cs typeface="Gulim"/>
                <a:sym typeface="Gulim"/>
              </a:rPr>
              <a:t>∨</a:t>
            </a:r>
            <a:r>
              <a:rPr i="1" lang="en-US" sz="2400"/>
              <a:t>q</a:t>
            </a:r>
            <a:r>
              <a:rPr lang="en-US" sz="2400"/>
              <a:t> ⇔ ¬(¬</a:t>
            </a:r>
            <a:r>
              <a:rPr i="1" lang="en-US" sz="2400"/>
              <a:t>p </a:t>
            </a:r>
            <a:r>
              <a:rPr lang="en-US" sz="2400"/>
              <a:t>∧ ¬</a:t>
            </a:r>
            <a:r>
              <a:rPr i="1" lang="en-US" sz="2400"/>
              <a:t>q</a:t>
            </a:r>
            <a:r>
              <a:rPr lang="en-US" sz="2400"/>
              <a:t>).</a:t>
            </a:r>
            <a:endParaRPr/>
          </a:p>
          <a:p>
            <a:pPr indent="-190500" lvl="0" marL="342900" rtl="0" algn="l">
              <a:lnSpc>
                <a:spcPct val="100000"/>
              </a:lnSpc>
              <a:spcBef>
                <a:spcPts val="0"/>
              </a:spcBef>
              <a:spcAft>
                <a:spcPts val="0"/>
              </a:spcAft>
              <a:buSzPts val="2400"/>
              <a:buNone/>
            </a:pPr>
            <a:r>
              <a:t/>
            </a:r>
            <a:endParaRPr sz="2400"/>
          </a:p>
          <a:p>
            <a:pPr indent="-342900" lvl="0" marL="342900" rtl="0" algn="l">
              <a:lnSpc>
                <a:spcPct val="100000"/>
              </a:lnSpc>
              <a:spcBef>
                <a:spcPts val="0"/>
              </a:spcBef>
              <a:spcAft>
                <a:spcPts val="0"/>
              </a:spcAft>
              <a:buSzPts val="2400"/>
              <a:buChar char="•"/>
            </a:pPr>
            <a:r>
              <a:rPr lang="en-US" sz="2400">
                <a:solidFill>
                  <a:schemeClr val="dk1"/>
                </a:solidFill>
                <a:latin typeface="Times New Roman"/>
                <a:ea typeface="Times New Roman"/>
                <a:cs typeface="Times New Roman"/>
                <a:sym typeface="Times New Roman"/>
              </a:rPr>
              <a:t>((p ∪ q) ∩ p) ⇔ p </a:t>
            </a:r>
            <a:r>
              <a:rPr lang="en-US" sz="2400">
                <a:solidFill>
                  <a:srgbClr val="FF0000"/>
                </a:solidFill>
                <a:latin typeface="Times New Roman"/>
                <a:ea typeface="Times New Roman"/>
                <a:cs typeface="Times New Roman"/>
                <a:sym typeface="Times New Roman"/>
              </a:rPr>
              <a:t>is a tautology</a:t>
            </a:r>
            <a:r>
              <a:rPr lang="en-US" sz="2400">
                <a:solidFill>
                  <a:schemeClr val="dk1"/>
                </a:solidFill>
                <a:latin typeface="Times New Roman"/>
                <a:ea typeface="Times New Roman"/>
                <a:cs typeface="Times New Roman"/>
                <a:sym typeface="Times New Roman"/>
              </a:rPr>
              <a:t>. </a:t>
            </a:r>
            <a:endParaRPr/>
          </a:p>
          <a:p>
            <a:pPr indent="-190500" lvl="0" marL="342900" rtl="0" algn="l">
              <a:lnSpc>
                <a:spcPct val="100000"/>
              </a:lnSpc>
              <a:spcBef>
                <a:spcPts val="0"/>
              </a:spcBef>
              <a:spcAft>
                <a:spcPts val="0"/>
              </a:spcAft>
              <a:buSzPts val="2400"/>
              <a:buNone/>
            </a:pPr>
            <a:r>
              <a:t/>
            </a:r>
            <a:endParaRPr sz="2400"/>
          </a:p>
          <a:p>
            <a:pPr indent="-190500" lvl="0" marL="34290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342900" rtl="0" algn="l">
              <a:lnSpc>
                <a:spcPct val="100000"/>
              </a:lnSpc>
              <a:spcBef>
                <a:spcPts val="640"/>
              </a:spcBef>
              <a:spcAft>
                <a:spcPts val="0"/>
              </a:spcAft>
              <a:buSzPts val="2400"/>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1" name="Google Shape;531;p36"/>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532" name="Google Shape;532;p36"/>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533" name="Google Shape;533;p36"/>
          <p:cNvPicPr preferRelativeResize="0"/>
          <p:nvPr/>
        </p:nvPicPr>
        <p:blipFill rotWithShape="1">
          <a:blip r:embed="rId3">
            <a:alphaModFix/>
          </a:blip>
          <a:srcRect b="0" l="0" r="0" t="0"/>
          <a:stretch/>
        </p:blipFill>
        <p:spPr>
          <a:xfrm>
            <a:off x="4769223" y="2718547"/>
            <a:ext cx="3429000" cy="1167654"/>
          </a:xfrm>
          <a:prstGeom prst="rect">
            <a:avLst/>
          </a:prstGeom>
          <a:noFill/>
          <a:ln>
            <a:noFill/>
          </a:ln>
        </p:spPr>
      </p:pic>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7" name="Shape 537"/>
        <p:cNvGrpSpPr/>
        <p:nvPr/>
      </p:nvGrpSpPr>
      <p:grpSpPr>
        <a:xfrm>
          <a:off x="0" y="0"/>
          <a:ext cx="0" cy="0"/>
          <a:chOff x="0" y="0"/>
          <a:chExt cx="0" cy="0"/>
        </a:xfrm>
      </p:grpSpPr>
      <p:sp>
        <p:nvSpPr>
          <p:cNvPr id="538" name="Google Shape;538;p37"/>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Logical Equivalences</a:t>
            </a:r>
            <a:endParaRPr/>
          </a:p>
        </p:txBody>
      </p:sp>
      <p:sp>
        <p:nvSpPr>
          <p:cNvPr id="539" name="Google Shape;539;p37"/>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Some Laws</a:t>
            </a:r>
            <a:endParaRPr/>
          </a:p>
        </p:txBody>
      </p:sp>
      <p:sp>
        <p:nvSpPr>
          <p:cNvPr id="540" name="Google Shape;540;p37"/>
          <p:cNvSpPr txBox="1"/>
          <p:nvPr>
            <p:ph idx="2" type="body"/>
          </p:nvPr>
        </p:nvSpPr>
        <p:spPr>
          <a:xfrm>
            <a:off x="457200" y="2174875"/>
            <a:ext cx="4040187" cy="3951287"/>
          </a:xfrm>
          <a:prstGeom prst="rect">
            <a:avLst/>
          </a:prstGeom>
          <a:noFill/>
          <a:ln>
            <a:noFill/>
          </a:ln>
        </p:spPr>
        <p:txBody>
          <a:bodyPr anchorCtr="0" anchor="t" bIns="45700" lIns="91425" spcFirstLastPara="1" rIns="91425" wrap="square" tIns="45700">
            <a:noAutofit/>
          </a:bodyPr>
          <a:lstStyle/>
          <a:p>
            <a:pPr indent="-50800" lvl="0" marL="342900" rtl="0" algn="l">
              <a:lnSpc>
                <a:spcPct val="100000"/>
              </a:lnSpc>
              <a:spcBef>
                <a:spcPts val="0"/>
              </a:spcBef>
              <a:spcAft>
                <a:spcPts val="0"/>
              </a:spcAft>
              <a:buSzPts val="1400"/>
              <a:buNone/>
            </a:pPr>
            <a:r>
              <a:t/>
            </a:r>
            <a:endParaRPr/>
          </a:p>
        </p:txBody>
      </p:sp>
      <p:sp>
        <p:nvSpPr>
          <p:cNvPr id="541" name="Google Shape;541;p37"/>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Some Laws</a:t>
            </a:r>
            <a:endParaRPr/>
          </a:p>
        </p:txBody>
      </p:sp>
      <p:sp>
        <p:nvSpPr>
          <p:cNvPr id="542" name="Google Shape;542;p37"/>
          <p:cNvSpPr txBox="1"/>
          <p:nvPr>
            <p:ph idx="4" type="body"/>
          </p:nvPr>
        </p:nvSpPr>
        <p:spPr>
          <a:xfrm>
            <a:off x="4645025" y="2174875"/>
            <a:ext cx="4041774" cy="3951287"/>
          </a:xfrm>
          <a:prstGeom prst="rect">
            <a:avLst/>
          </a:prstGeom>
          <a:noFill/>
          <a:ln>
            <a:noFill/>
          </a:ln>
        </p:spPr>
        <p:txBody>
          <a:bodyPr anchorCtr="0" anchor="t" bIns="45700" lIns="91425" spcFirstLastPara="1" rIns="91425" wrap="square" tIns="45700">
            <a:noAutofit/>
          </a:bodyPr>
          <a:lstStyle/>
          <a:p>
            <a:pPr indent="-50800" lvl="0" marL="342900" rtl="0" algn="l">
              <a:lnSpc>
                <a:spcPct val="100000"/>
              </a:lnSpc>
              <a:spcBef>
                <a:spcPts val="0"/>
              </a:spcBef>
              <a:spcAft>
                <a:spcPts val="0"/>
              </a:spcAft>
              <a:buSzPts val="1400"/>
              <a:buNone/>
            </a:pPr>
            <a:r>
              <a:t/>
            </a:r>
            <a:endParaRPr/>
          </a:p>
        </p:txBody>
      </p:sp>
      <p:sp>
        <p:nvSpPr>
          <p:cNvPr id="543" name="Google Shape;543;p37"/>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544" name="Google Shape;544;p37"/>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545" name="Google Shape;545;p37"/>
          <p:cNvPicPr preferRelativeResize="0"/>
          <p:nvPr/>
        </p:nvPicPr>
        <p:blipFill rotWithShape="1">
          <a:blip r:embed="rId3">
            <a:alphaModFix/>
          </a:blip>
          <a:srcRect b="0" l="0" r="0" t="0"/>
          <a:stretch/>
        </p:blipFill>
        <p:spPr>
          <a:xfrm>
            <a:off x="457200" y="2209800"/>
            <a:ext cx="4038600" cy="3810000"/>
          </a:xfrm>
          <a:prstGeom prst="rect">
            <a:avLst/>
          </a:prstGeom>
          <a:noFill/>
          <a:ln>
            <a:noFill/>
          </a:ln>
        </p:spPr>
      </p:pic>
      <p:pic>
        <p:nvPicPr>
          <p:cNvPr id="546" name="Google Shape;546;p37"/>
          <p:cNvPicPr preferRelativeResize="0"/>
          <p:nvPr/>
        </p:nvPicPr>
        <p:blipFill rotWithShape="1">
          <a:blip r:embed="rId4">
            <a:alphaModFix/>
          </a:blip>
          <a:srcRect b="0" l="0" r="0" t="0"/>
          <a:stretch/>
        </p:blipFill>
        <p:spPr>
          <a:xfrm>
            <a:off x="4742330" y="2209799"/>
            <a:ext cx="3944469" cy="4038600"/>
          </a:xfrm>
          <a:prstGeom prst="rect">
            <a:avLst/>
          </a:prstGeom>
          <a:noFill/>
          <a:ln>
            <a:noFill/>
          </a:ln>
        </p:spPr>
      </p:pic>
      <p:pic>
        <p:nvPicPr>
          <p:cNvPr descr="DeMorgan" id="547" name="Google Shape;547;p37"/>
          <p:cNvPicPr preferRelativeResize="0"/>
          <p:nvPr/>
        </p:nvPicPr>
        <p:blipFill rotWithShape="1">
          <a:blip r:embed="rId5">
            <a:alphaModFix/>
          </a:blip>
          <a:srcRect b="0" l="0" r="0" t="0"/>
          <a:stretch/>
        </p:blipFill>
        <p:spPr>
          <a:xfrm>
            <a:off x="7381068" y="4654062"/>
            <a:ext cx="848531" cy="685800"/>
          </a:xfrm>
          <a:prstGeom prst="rect">
            <a:avLst/>
          </a:prstGeom>
          <a:noFill/>
          <a:ln>
            <a:noFill/>
          </a:ln>
        </p:spPr>
      </p:pic>
      <p:sp>
        <p:nvSpPr>
          <p:cNvPr id="548" name="Google Shape;548;p37"/>
          <p:cNvSpPr txBox="1"/>
          <p:nvPr/>
        </p:nvSpPr>
        <p:spPr>
          <a:xfrm>
            <a:off x="8229599" y="4755087"/>
            <a:ext cx="1274799" cy="584775"/>
          </a:xfrm>
          <a:prstGeom prst="rect">
            <a:avLst/>
          </a:prstGeom>
          <a:solidFill>
            <a:srgbClr val="FFFF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De Morgan</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(1806-1871</a:t>
            </a:r>
            <a:r>
              <a:rPr b="0" i="0" lang="en-US" sz="1800" u="none" cap="none" strike="noStrike">
                <a:solidFill>
                  <a:schemeClr val="dk1"/>
                </a:solidFill>
                <a:latin typeface="Times New Roman"/>
                <a:ea typeface="Times New Roman"/>
                <a:cs typeface="Times New Roman"/>
                <a:sym typeface="Times New Roman"/>
              </a:rPr>
              <a:t>)</a:t>
            </a:r>
            <a:endParaRPr/>
          </a:p>
        </p:txBody>
      </p:sp>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52" name="Shape 552"/>
        <p:cNvGrpSpPr/>
        <p:nvPr/>
      </p:nvGrpSpPr>
      <p:grpSpPr>
        <a:xfrm>
          <a:off x="0" y="0"/>
          <a:ext cx="0" cy="0"/>
          <a:chOff x="0" y="0"/>
          <a:chExt cx="0" cy="0"/>
        </a:xfrm>
      </p:grpSpPr>
      <p:sp>
        <p:nvSpPr>
          <p:cNvPr id="553" name="Google Shape;553;p38"/>
          <p:cNvSpPr txBox="1"/>
          <p:nvPr>
            <p:ph type="title"/>
          </p:nvPr>
        </p:nvSpPr>
        <p:spPr>
          <a:xfrm>
            <a:off x="457200" y="274637"/>
            <a:ext cx="8229600" cy="8683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700"/>
              <a:buFont typeface="Times New Roman"/>
              <a:buNone/>
            </a:pPr>
            <a:r>
              <a:rPr b="1" i="0" lang="en-US" sz="2800" u="none" cap="none" strike="noStrike">
                <a:solidFill>
                  <a:schemeClr val="dk1"/>
                </a:solidFill>
                <a:latin typeface="Times New Roman"/>
                <a:ea typeface="Times New Roman"/>
                <a:cs typeface="Times New Roman"/>
                <a:sym typeface="Times New Roman"/>
              </a:rPr>
              <a:t>Exercise</a:t>
            </a:r>
            <a:endParaRPr/>
          </a:p>
        </p:txBody>
      </p:sp>
      <p:sp>
        <p:nvSpPr>
          <p:cNvPr id="554" name="Google Shape;554;p38"/>
          <p:cNvSpPr txBox="1"/>
          <p:nvPr>
            <p:ph idx="1" type="body"/>
          </p:nvPr>
        </p:nvSpPr>
        <p:spPr>
          <a:xfrm>
            <a:off x="457200" y="1535112"/>
            <a:ext cx="4040187"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600"/>
              <a:buFont typeface="Times New Roman"/>
              <a:buNone/>
            </a:pPr>
            <a:r>
              <a:rPr b="1" i="0" lang="en-US" sz="2400" u="none" cap="none" strike="noStrike">
                <a:solidFill>
                  <a:schemeClr val="dk1"/>
                </a:solidFill>
                <a:latin typeface="Times New Roman"/>
                <a:ea typeface="Times New Roman"/>
                <a:cs typeface="Times New Roman"/>
                <a:sym typeface="Times New Roman"/>
              </a:rPr>
              <a:t>Coonstruct truth tables for</a:t>
            </a:r>
            <a:endParaRPr/>
          </a:p>
        </p:txBody>
      </p:sp>
      <p:sp>
        <p:nvSpPr>
          <p:cNvPr id="555" name="Google Shape;555;p38"/>
          <p:cNvSpPr txBox="1"/>
          <p:nvPr>
            <p:ph idx="2" type="body"/>
          </p:nvPr>
        </p:nvSpPr>
        <p:spPr>
          <a:xfrm>
            <a:off x="419100" y="2174875"/>
            <a:ext cx="4040187" cy="3951287"/>
          </a:xfrm>
          <a:prstGeom prst="rect">
            <a:avLst/>
          </a:prstGeom>
          <a:noFill/>
          <a:ln>
            <a:noFill/>
          </a:ln>
        </p:spPr>
        <p:txBody>
          <a:bodyPr anchorCtr="0" anchor="t" bIns="45700" lIns="91425" spcFirstLastPara="1" rIns="91425" wrap="square" tIns="45700">
            <a:noAutofit/>
          </a:bodyPr>
          <a:lstStyle/>
          <a:p>
            <a:pPr indent="-50800" lvl="0" marL="342900" rtl="0" algn="l">
              <a:lnSpc>
                <a:spcPct val="100000"/>
              </a:lnSpc>
              <a:spcBef>
                <a:spcPts val="0"/>
              </a:spcBef>
              <a:spcAft>
                <a:spcPts val="0"/>
              </a:spcAft>
              <a:buSzPts val="1400"/>
              <a:buNone/>
            </a:pPr>
            <a:r>
              <a:t/>
            </a:r>
            <a:endParaRPr/>
          </a:p>
        </p:txBody>
      </p:sp>
      <p:sp>
        <p:nvSpPr>
          <p:cNvPr id="556" name="Google Shape;556;p38"/>
          <p:cNvSpPr txBox="1"/>
          <p:nvPr>
            <p:ph idx="3" type="body"/>
          </p:nvPr>
        </p:nvSpPr>
        <p:spPr>
          <a:xfrm>
            <a:off x="4645025" y="1535112"/>
            <a:ext cx="4041774" cy="639762"/>
          </a:xfrm>
          <a:prstGeom prst="rect">
            <a:avLst/>
          </a:prstGeom>
          <a:solidFill>
            <a:srgbClr val="00B0F0"/>
          </a:solid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600"/>
              <a:buFont typeface="Times New Roman"/>
              <a:buNone/>
            </a:pPr>
            <a:r>
              <a:rPr b="1" i="0" lang="en-US" sz="2400" u="none" cap="none" strike="noStrike">
                <a:solidFill>
                  <a:schemeClr val="dk2"/>
                </a:solidFill>
                <a:latin typeface="Times New Roman"/>
                <a:ea typeface="Times New Roman"/>
                <a:cs typeface="Times New Roman"/>
                <a:sym typeface="Times New Roman"/>
              </a:rPr>
              <a:t>Equivalence</a:t>
            </a:r>
            <a:endParaRPr/>
          </a:p>
        </p:txBody>
      </p:sp>
      <p:sp>
        <p:nvSpPr>
          <p:cNvPr id="557" name="Google Shape;557;p38"/>
          <p:cNvSpPr txBox="1"/>
          <p:nvPr>
            <p:ph idx="4" type="body"/>
          </p:nvPr>
        </p:nvSpPr>
        <p:spPr>
          <a:xfrm>
            <a:off x="4645025" y="2174875"/>
            <a:ext cx="4041774" cy="3951287"/>
          </a:xfrm>
          <a:prstGeom prst="rect">
            <a:avLst/>
          </a:prstGeom>
          <a:noFill/>
          <a:ln>
            <a:noFill/>
          </a:ln>
        </p:spPr>
        <p:txBody>
          <a:bodyPr anchorCtr="0" anchor="t" bIns="45700" lIns="91425" spcFirstLastPara="1" rIns="91425" wrap="square" tIns="45700">
            <a:noAutofit/>
          </a:bodyPr>
          <a:lstStyle/>
          <a:p>
            <a:pPr indent="-50800" lvl="0" marL="342900" rtl="0" algn="l">
              <a:lnSpc>
                <a:spcPct val="100000"/>
              </a:lnSpc>
              <a:spcBef>
                <a:spcPts val="0"/>
              </a:spcBef>
              <a:spcAft>
                <a:spcPts val="0"/>
              </a:spcAft>
              <a:buSzPts val="1400"/>
              <a:buNone/>
            </a:pPr>
            <a:r>
              <a:t/>
            </a:r>
            <a:endParaRPr/>
          </a:p>
        </p:txBody>
      </p:sp>
      <p:sp>
        <p:nvSpPr>
          <p:cNvPr id="558" name="Google Shape;558;p38"/>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300"/>
              <a:buFont typeface="Times New Roman"/>
              <a:buNone/>
            </a:pPr>
            <a:r>
              <a:rPr b="1" i="0" lang="en-US" sz="1200" u="none" cap="none" strike="noStrike">
                <a:solidFill>
                  <a:srgbClr val="FF0000"/>
                </a:solidFill>
                <a:latin typeface="Times New Roman"/>
                <a:ea typeface="Times New Roman"/>
                <a:cs typeface="Times New Roman"/>
                <a:sym typeface="Times New Roman"/>
              </a:rPr>
              <a:t>Dr. Nguyen Van Hieu, Discrete Mathematics</a:t>
            </a:r>
            <a:endParaRPr b="1" i="0" sz="1200" u="none" cap="none" strike="noStrike">
              <a:solidFill>
                <a:srgbClr val="FF0000"/>
              </a:solidFill>
              <a:latin typeface="Times New Roman"/>
              <a:ea typeface="Times New Roman"/>
              <a:cs typeface="Times New Roman"/>
              <a:sym typeface="Times New Roman"/>
            </a:endParaRPr>
          </a:p>
        </p:txBody>
      </p:sp>
      <p:sp>
        <p:nvSpPr>
          <p:cNvPr id="559" name="Google Shape;559;p38"/>
          <p:cNvSpPr txBox="1"/>
          <p:nvPr>
            <p:ph idx="12" type="sldNum"/>
          </p:nvPr>
        </p:nvSpPr>
        <p:spPr>
          <a:xfrm>
            <a:off x="7010400" y="6492875"/>
            <a:ext cx="2133599"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350"/>
              <a:buFont typeface="Arial"/>
              <a:buNone/>
            </a:pPr>
            <a:r>
              <a:rPr lang="en-US"/>
              <a:t> </a:t>
            </a:r>
            <a:endParaRPr/>
          </a:p>
        </p:txBody>
      </p:sp>
      <p:pic>
        <p:nvPicPr>
          <p:cNvPr id="560" name="Google Shape;560;p38"/>
          <p:cNvPicPr preferRelativeResize="0"/>
          <p:nvPr/>
        </p:nvPicPr>
        <p:blipFill rotWithShape="1">
          <a:blip r:embed="rId3">
            <a:alphaModFix/>
          </a:blip>
          <a:srcRect b="0" l="0" r="0" t="0"/>
          <a:stretch/>
        </p:blipFill>
        <p:spPr>
          <a:xfrm>
            <a:off x="514350" y="2224088"/>
            <a:ext cx="4057649" cy="3795711"/>
          </a:xfrm>
          <a:prstGeom prst="rect">
            <a:avLst/>
          </a:prstGeom>
          <a:noFill/>
          <a:ln>
            <a:noFill/>
          </a:ln>
        </p:spPr>
      </p:pic>
      <p:pic>
        <p:nvPicPr>
          <p:cNvPr id="561" name="Google Shape;561;p38"/>
          <p:cNvPicPr preferRelativeResize="0"/>
          <p:nvPr/>
        </p:nvPicPr>
        <p:blipFill rotWithShape="1">
          <a:blip r:embed="rId4">
            <a:alphaModFix/>
          </a:blip>
          <a:srcRect b="0" l="0" r="0" t="0"/>
          <a:stretch/>
        </p:blipFill>
        <p:spPr>
          <a:xfrm>
            <a:off x="4724400" y="2224088"/>
            <a:ext cx="3867150" cy="2295525"/>
          </a:xfrm>
          <a:prstGeom prst="rect">
            <a:avLst/>
          </a:prstGeom>
          <a:noFill/>
          <a:ln>
            <a:noFill/>
          </a:ln>
        </p:spPr>
      </p:pic>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5" name="Shape 565"/>
        <p:cNvGrpSpPr/>
        <p:nvPr/>
      </p:nvGrpSpPr>
      <p:grpSpPr>
        <a:xfrm>
          <a:off x="0" y="0"/>
          <a:ext cx="0" cy="0"/>
          <a:chOff x="0" y="0"/>
          <a:chExt cx="0" cy="0"/>
        </a:xfrm>
      </p:grpSpPr>
      <p:sp>
        <p:nvSpPr>
          <p:cNvPr id="566" name="Google Shape;566;p39"/>
          <p:cNvSpPr txBox="1"/>
          <p:nvPr>
            <p:ph type="title"/>
          </p:nvPr>
        </p:nvSpPr>
        <p:spPr>
          <a:xfrm>
            <a:off x="457200" y="274637"/>
            <a:ext cx="8229600" cy="868362"/>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3600"/>
              <a:buFont typeface="Times New Roman"/>
              <a:buNone/>
            </a:pPr>
            <a:r>
              <a:rPr b="1" lang="en-US" sz="3600">
                <a:solidFill>
                  <a:schemeClr val="dk1"/>
                </a:solidFill>
                <a:latin typeface="Times New Roman"/>
                <a:ea typeface="Times New Roman"/>
                <a:cs typeface="Times New Roman"/>
                <a:sym typeface="Times New Roman"/>
              </a:rPr>
              <a:t>Exercise</a:t>
            </a:r>
            <a:endParaRPr sz="3600"/>
          </a:p>
        </p:txBody>
      </p:sp>
      <p:sp>
        <p:nvSpPr>
          <p:cNvPr id="567" name="Google Shape;567;p39"/>
          <p:cNvSpPr txBox="1"/>
          <p:nvPr>
            <p:ph idx="1" type="body"/>
          </p:nvPr>
        </p:nvSpPr>
        <p:spPr>
          <a:xfrm>
            <a:off x="457200" y="1535112"/>
            <a:ext cx="4040187" cy="639762"/>
          </a:xfrm>
          <a:prstGeom prst="rect">
            <a:avLst/>
          </a:prstGeom>
          <a:solidFill>
            <a:srgbClr val="00B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400"/>
              <a:buFont typeface="Times New Roman"/>
              <a:buNone/>
            </a:pPr>
            <a:r>
              <a:t/>
            </a:r>
            <a:endParaRPr/>
          </a:p>
        </p:txBody>
      </p:sp>
      <p:sp>
        <p:nvSpPr>
          <p:cNvPr id="568" name="Google Shape;568;p39"/>
          <p:cNvSpPr txBox="1"/>
          <p:nvPr>
            <p:ph idx="2" type="body"/>
          </p:nvPr>
        </p:nvSpPr>
        <p:spPr>
          <a:xfrm>
            <a:off x="457200" y="2174875"/>
            <a:ext cx="4040187" cy="3951287"/>
          </a:xfrm>
          <a:prstGeom prst="rect">
            <a:avLst/>
          </a:prstGeom>
          <a:solidFill>
            <a:srgbClr val="EAEAEA"/>
          </a:solidFill>
          <a:ln>
            <a:noFill/>
          </a:ln>
        </p:spPr>
        <p:txBody>
          <a:bodyPr anchorCtr="0" anchor="t" bIns="91425" lIns="91425" spcFirstLastPara="1" rIns="91425" wrap="square" tIns="91425">
            <a:noAutofit/>
          </a:bodyPr>
          <a:lstStyle/>
          <a:p>
            <a:pPr indent="0" lvl="0" marL="203200" rtl="0" algn="just">
              <a:lnSpc>
                <a:spcPct val="80000"/>
              </a:lnSpc>
              <a:spcBef>
                <a:spcPts val="0"/>
              </a:spcBef>
              <a:spcAft>
                <a:spcPts val="0"/>
              </a:spcAft>
              <a:buSzPts val="2000"/>
              <a:buNone/>
            </a:pPr>
            <a:r>
              <a:rPr lang="en-US" sz="2000"/>
              <a:t>Chứng minh các dạng mệnh đề sau là các hằng đúng:</a:t>
            </a:r>
            <a:endParaRPr/>
          </a:p>
          <a:p>
            <a:pPr indent="-457200" lvl="0" marL="660400" rtl="0" algn="l">
              <a:lnSpc>
                <a:spcPct val="80000"/>
              </a:lnSpc>
              <a:spcBef>
                <a:spcPts val="640"/>
              </a:spcBef>
              <a:spcAft>
                <a:spcPts val="0"/>
              </a:spcAft>
              <a:buSzPts val="2000"/>
              <a:buFont typeface="Arial"/>
              <a:buAutoNum type="alphaLcPeriod"/>
            </a:pPr>
            <a:r>
              <a:rPr lang="en-US" sz="2000"/>
              <a:t>((p → q) ∧ p) → q.</a:t>
            </a:r>
            <a:endParaRPr/>
          </a:p>
          <a:p>
            <a:pPr indent="-457200" lvl="0" marL="660400" rtl="0" algn="l">
              <a:lnSpc>
                <a:spcPct val="80000"/>
              </a:lnSpc>
              <a:spcBef>
                <a:spcPts val="640"/>
              </a:spcBef>
              <a:spcAft>
                <a:spcPts val="0"/>
              </a:spcAft>
              <a:buSzPts val="2000"/>
              <a:buFont typeface="Arial"/>
              <a:buAutoNum type="alphaLcPeriod"/>
            </a:pPr>
            <a:r>
              <a:rPr lang="en-US" sz="2000"/>
              <a:t>((p → q) ∧¬q ) →¬p .</a:t>
            </a:r>
            <a:endParaRPr/>
          </a:p>
          <a:p>
            <a:pPr indent="-457200" lvl="0" marL="660400" rtl="0" algn="l">
              <a:lnSpc>
                <a:spcPct val="80000"/>
              </a:lnSpc>
              <a:spcBef>
                <a:spcPts val="640"/>
              </a:spcBef>
              <a:spcAft>
                <a:spcPts val="0"/>
              </a:spcAft>
              <a:buSzPts val="2000"/>
              <a:buFont typeface="Arial"/>
              <a:buAutoNum type="alphaLcPeriod"/>
            </a:pPr>
            <a:r>
              <a:rPr lang="en-US" sz="2000"/>
              <a:t>((p ∨ q) ∧ ¬q) → p.</a:t>
            </a:r>
            <a:endParaRPr/>
          </a:p>
          <a:p>
            <a:pPr indent="-457200" lvl="0" marL="660400" rtl="0" algn="l">
              <a:lnSpc>
                <a:spcPct val="80000"/>
              </a:lnSpc>
              <a:spcBef>
                <a:spcPts val="640"/>
              </a:spcBef>
              <a:spcAft>
                <a:spcPts val="0"/>
              </a:spcAft>
              <a:buSzPts val="2000"/>
              <a:buFont typeface="Arial"/>
              <a:buAutoNum type="alphaLcPeriod"/>
            </a:pPr>
            <a:r>
              <a:rPr lang="en-US" sz="2000"/>
              <a:t>(p → q) ↔ ((p ∧¬q ) → 0).</a:t>
            </a:r>
            <a:endParaRPr/>
          </a:p>
          <a:p>
            <a:pPr indent="-457200" lvl="0" marL="660400" rtl="0" algn="l">
              <a:lnSpc>
                <a:spcPct val="80000"/>
              </a:lnSpc>
              <a:spcBef>
                <a:spcPts val="640"/>
              </a:spcBef>
              <a:spcAft>
                <a:spcPts val="0"/>
              </a:spcAft>
              <a:buSzPts val="2000"/>
              <a:buFont typeface="Arial"/>
              <a:buAutoNum type="alphaLcPeriod"/>
            </a:pPr>
            <a:r>
              <a:rPr lang="en-US" sz="2000"/>
              <a:t>((p → q) ∧ (q → r))→(p → r).</a:t>
            </a:r>
            <a:endParaRPr/>
          </a:p>
          <a:p>
            <a:pPr indent="-457200" lvl="0" marL="660400" rtl="0" algn="l">
              <a:lnSpc>
                <a:spcPct val="80000"/>
              </a:lnSpc>
              <a:spcBef>
                <a:spcPts val="640"/>
              </a:spcBef>
              <a:spcAft>
                <a:spcPts val="0"/>
              </a:spcAft>
              <a:buSzPts val="2000"/>
              <a:buFont typeface="Arial"/>
              <a:buAutoNum type="alphaLcPeriod"/>
            </a:pPr>
            <a:r>
              <a:rPr lang="en-US" sz="2000"/>
              <a:t>(p → q)→((q→r)→ (p → r)).</a:t>
            </a:r>
            <a:endParaRPr/>
          </a:p>
          <a:p>
            <a:pPr indent="-50800" lvl="0" marL="342900" rtl="0" algn="l">
              <a:lnSpc>
                <a:spcPct val="100000"/>
              </a:lnSpc>
              <a:spcBef>
                <a:spcPts val="640"/>
              </a:spcBef>
              <a:spcAft>
                <a:spcPts val="0"/>
              </a:spcAft>
              <a:buSzPts val="1400"/>
              <a:buNone/>
            </a:pPr>
            <a:r>
              <a:t/>
            </a:r>
            <a:endParaRPr/>
          </a:p>
        </p:txBody>
      </p:sp>
      <p:sp>
        <p:nvSpPr>
          <p:cNvPr id="569" name="Google Shape;569;p39"/>
          <p:cNvSpPr txBox="1"/>
          <p:nvPr>
            <p:ph idx="3" type="body"/>
          </p:nvPr>
        </p:nvSpPr>
        <p:spPr>
          <a:xfrm>
            <a:off x="4645025" y="1535112"/>
            <a:ext cx="4041774" cy="639762"/>
          </a:xfrm>
          <a:prstGeom prst="rect">
            <a:avLst/>
          </a:prstGeom>
          <a:solidFill>
            <a:srgbClr val="00B050"/>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400"/>
              <a:buFont typeface="Times New Roman"/>
              <a:buNone/>
            </a:pPr>
            <a:r>
              <a:t/>
            </a:r>
            <a:endParaRPr/>
          </a:p>
        </p:txBody>
      </p:sp>
      <p:sp>
        <p:nvSpPr>
          <p:cNvPr id="570" name="Google Shape;570;p39"/>
          <p:cNvSpPr txBox="1"/>
          <p:nvPr>
            <p:ph idx="4" type="body"/>
          </p:nvPr>
        </p:nvSpPr>
        <p:spPr>
          <a:xfrm>
            <a:off x="4645025" y="2174875"/>
            <a:ext cx="4041774" cy="3951287"/>
          </a:xfrm>
          <a:prstGeom prst="rect">
            <a:avLst/>
          </a:prstGeom>
          <a:solidFill>
            <a:srgbClr val="EAEAEA"/>
          </a:solidFill>
          <a:ln>
            <a:noFill/>
          </a:ln>
        </p:spPr>
        <p:txBody>
          <a:bodyPr anchorCtr="0" anchor="t" bIns="91425" lIns="91425" spcFirstLastPara="1" rIns="91425" wrap="square" tIns="91425">
            <a:noAutofit/>
          </a:bodyPr>
          <a:lstStyle/>
          <a:p>
            <a:pPr indent="-609600" lvl="0" marL="609600" rtl="0" algn="just">
              <a:lnSpc>
                <a:spcPct val="100000"/>
              </a:lnSpc>
              <a:spcBef>
                <a:spcPts val="0"/>
              </a:spcBef>
              <a:spcAft>
                <a:spcPts val="0"/>
              </a:spcAft>
              <a:buSzPts val="2000"/>
              <a:buFont typeface="Arial"/>
              <a:buNone/>
            </a:pPr>
            <a:r>
              <a:rPr lang="en-US" sz="2000"/>
              <a:t>Chứng minh các mệnh đề tương đương sau</a:t>
            </a:r>
            <a:endParaRPr sz="2000"/>
          </a:p>
          <a:p>
            <a:pPr indent="-609600" lvl="0" marL="609600" rtl="0" algn="l">
              <a:lnSpc>
                <a:spcPct val="100000"/>
              </a:lnSpc>
              <a:spcBef>
                <a:spcPts val="640"/>
              </a:spcBef>
              <a:spcAft>
                <a:spcPts val="0"/>
              </a:spcAft>
              <a:buSzPts val="2000"/>
              <a:buFont typeface="Arial"/>
              <a:buAutoNum type="alphaLcPeriod"/>
            </a:pPr>
            <a:r>
              <a:rPr lang="en-US" sz="2000"/>
              <a:t>((p → r) ∨ (q → r))→(p →r)⇔ p → (q ∨ r)</a:t>
            </a:r>
            <a:endParaRPr/>
          </a:p>
          <a:p>
            <a:pPr indent="-609600" lvl="0" marL="609600" rtl="0" algn="l">
              <a:lnSpc>
                <a:spcPct val="100000"/>
              </a:lnSpc>
              <a:spcBef>
                <a:spcPts val="640"/>
              </a:spcBef>
              <a:spcAft>
                <a:spcPts val="0"/>
              </a:spcAft>
              <a:buSzPts val="2000"/>
              <a:buFont typeface="Arial"/>
              <a:buAutoNum type="alphaLcPeriod"/>
            </a:pPr>
            <a:r>
              <a:rPr lang="en-US" sz="2000"/>
              <a:t>((¬p∧ q ∧¬r) →¬q )→(p∨ r)⇔p∨q ∨ r.</a:t>
            </a:r>
            <a:endParaRPr/>
          </a:p>
          <a:p>
            <a:pPr indent="-609600" lvl="0" marL="609600" rtl="0" algn="l">
              <a:lnSpc>
                <a:spcPct val="100000"/>
              </a:lnSpc>
              <a:spcBef>
                <a:spcPts val="640"/>
              </a:spcBef>
              <a:spcAft>
                <a:spcPts val="0"/>
              </a:spcAft>
              <a:buSzPts val="2000"/>
              <a:buFont typeface="Arial"/>
              <a:buAutoNum type="alphaLcPeriod"/>
            </a:pPr>
            <a:r>
              <a:rPr lang="en-US" sz="2000"/>
              <a:t>((p → r)∧(q → r))→(p→q) ⇔¬p∨ q ∨ ¬r </a:t>
            </a:r>
            <a:endParaRPr/>
          </a:p>
          <a:p>
            <a:pPr indent="-609600" lvl="0" marL="609600" rtl="0" algn="l">
              <a:lnSpc>
                <a:spcPct val="100000"/>
              </a:lnSpc>
              <a:spcBef>
                <a:spcPts val="640"/>
              </a:spcBef>
              <a:spcAft>
                <a:spcPts val="0"/>
              </a:spcAft>
              <a:buSzPts val="2000"/>
              <a:buFont typeface="Arial"/>
              <a:buAutoNum type="alphaLcPeriod"/>
            </a:pPr>
            <a:r>
              <a:rPr lang="en-US" sz="2000"/>
              <a:t>(p → q) ∧ (p → r) ⇔ p → (q ∧ 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75" name="Shape 575"/>
        <p:cNvGrpSpPr/>
        <p:nvPr/>
      </p:nvGrpSpPr>
      <p:grpSpPr>
        <a:xfrm>
          <a:off x="0" y="0"/>
          <a:ext cx="0" cy="0"/>
          <a:chOff x="0" y="0"/>
          <a:chExt cx="0" cy="0"/>
        </a:xfrm>
      </p:grpSpPr>
      <p:sp>
        <p:nvSpPr>
          <p:cNvPr id="576" name="Google Shape;576;p40"/>
          <p:cNvSpPr txBox="1"/>
          <p:nvPr>
            <p:ph type="title"/>
          </p:nvPr>
        </p:nvSpPr>
        <p:spPr>
          <a:xfrm>
            <a:off x="457200" y="381000"/>
            <a:ext cx="8229600" cy="685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SzPts val="3600"/>
              <a:buFont typeface="Arial"/>
              <a:buNone/>
            </a:pPr>
            <a:r>
              <a:t/>
            </a:r>
            <a:endParaRPr/>
          </a:p>
        </p:txBody>
      </p:sp>
      <p:pic>
        <p:nvPicPr>
          <p:cNvPr id="577" name="Google Shape;577;p40"/>
          <p:cNvPicPr preferRelativeResize="0"/>
          <p:nvPr>
            <p:ph idx="4294967295" type="body"/>
          </p:nvPr>
        </p:nvPicPr>
        <p:blipFill rotWithShape="1">
          <a:blip r:embed="rId3">
            <a:alphaModFix/>
          </a:blip>
          <a:srcRect b="0" l="0" r="0" t="0"/>
          <a:stretch/>
        </p:blipFill>
        <p:spPr>
          <a:xfrm>
            <a:off x="990600" y="1219200"/>
            <a:ext cx="6858000" cy="3581400"/>
          </a:xfrm>
          <a:prstGeom prst="rect">
            <a:avLst/>
          </a:prstGeom>
          <a:noFill/>
          <a:ln cap="flat" cmpd="sng" w="9525">
            <a:solidFill>
              <a:srgbClr val="FF0000"/>
            </a:solidFill>
            <a:prstDash val="solid"/>
            <a:round/>
            <a:headEnd len="sm" w="sm" type="none"/>
            <a:tailEnd len="sm" w="sm" type="none"/>
          </a:ln>
        </p:spPr>
      </p:pic>
      <p:sp>
        <p:nvSpPr>
          <p:cNvPr id="578" name="Google Shape;578;p40"/>
          <p:cNvSpPr txBox="1"/>
          <p:nvPr/>
        </p:nvSpPr>
        <p:spPr>
          <a:xfrm>
            <a:off x="2057400" y="4191000"/>
            <a:ext cx="4876800" cy="52387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FF0000"/>
              </a:buClr>
              <a:buSzPts val="2800"/>
              <a:buFont typeface="Arial"/>
              <a:buNone/>
            </a:pPr>
            <a:r>
              <a:rPr b="1" i="0" lang="en-US" sz="2800" u="none" cap="none" strike="noStrike">
                <a:solidFill>
                  <a:srgbClr val="FF0000"/>
                </a:solidFill>
                <a:latin typeface="Arial"/>
                <a:ea typeface="Arial"/>
                <a:cs typeface="Arial"/>
                <a:sym typeface="Arial"/>
              </a:rPr>
              <a:t>THAT’S ALL; THANK YOU</a:t>
            </a:r>
            <a:endParaRPr/>
          </a:p>
        </p:txBody>
      </p:sp>
      <p:sp>
        <p:nvSpPr>
          <p:cNvPr id="579" name="Google Shape;579;p40"/>
          <p:cNvSpPr/>
          <p:nvPr/>
        </p:nvSpPr>
        <p:spPr>
          <a:xfrm>
            <a:off x="1371600" y="5181600"/>
            <a:ext cx="6172200"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What NEXT? </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140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     </a:t>
            </a:r>
            <a:r>
              <a:rPr b="1" lang="en-US" sz="2800"/>
              <a:t>Logic</a:t>
            </a:r>
            <a:r>
              <a:rPr b="1" i="0" lang="en-US" sz="2800" u="none" cap="none" strike="noStrike">
                <a:solidFill>
                  <a:srgbClr val="000000"/>
                </a:solidFill>
                <a:latin typeface="Arial"/>
                <a:ea typeface="Arial"/>
                <a:cs typeface="Arial"/>
                <a:sym typeface="Arial"/>
              </a:rPr>
              <a:t> vị từ</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me1">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mcit</dc:creator>
</cp:coreProperties>
</file>